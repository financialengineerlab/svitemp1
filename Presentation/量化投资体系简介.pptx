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9" r:id="rId13"/>
    <p:sldId id="271" r:id="rId14"/>
    <p:sldId id="268" r:id="rId15"/>
    <p:sldId id="272" r:id="rId16"/>
    <p:sldId id="274" r:id="rId17"/>
    <p:sldId id="273" r:id="rId18"/>
    <p:sldId id="275" r:id="rId19"/>
    <p:sldId id="277" r:id="rId20"/>
    <p:sldId id="278" r:id="rId21"/>
    <p:sldId id="279" r:id="rId22"/>
    <p:sldId id="280" r:id="rId23"/>
    <p:sldId id="276" r:id="rId24"/>
    <p:sldId id="281" r:id="rId25"/>
    <p:sldId id="282" r:id="rId26"/>
    <p:sldId id="283" r:id="rId27"/>
    <p:sldId id="284" r:id="rId28"/>
    <p:sldId id="287" r:id="rId29"/>
    <p:sldId id="288" r:id="rId30"/>
    <p:sldId id="267" r:id="rId31"/>
    <p:sldId id="289" r:id="rId32"/>
    <p:sldId id="290" r:id="rId33"/>
    <p:sldId id="291" r:id="rId34"/>
    <p:sldId id="293" r:id="rId35"/>
    <p:sldId id="294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K:\work\optimalweight.xls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K:\work\optimalweight.xls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xuning\Desktop\WORK\PEAD\dmech%20awakening.xlsm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themeOverride" Target="../theme/themeOverrid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HT\Desktop\work\&#26399;&#29616;&#36135;&#25345;&#20179;&#27719;&#24635;&#65288;&#25130;&#27490;13-11-29&#65289;newest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HT\Desktop\work\&#26399;&#29616;&#36135;&#25345;&#20179;&#27719;&#24635;&#65288;&#25130;&#27490;13-11-29&#65289;newes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'composite result'!$B$1020</c:f>
              <c:strCache>
                <c:ptCount val="1"/>
                <c:pt idx="0">
                  <c:v>Spread%</c:v>
                </c:pt>
              </c:strCache>
            </c:strRef>
          </c:tx>
          <c:cat>
            <c:strRef>
              <c:f>'composite result'!$A$1021:$A$1073</c:f>
              <c:strCache>
                <c:ptCount val="53"/>
                <c:pt idx="0">
                  <c:v>2005-12-31</c:v>
                </c:pt>
                <c:pt idx="1">
                  <c:v>2006-01-25</c:v>
                </c:pt>
                <c:pt idx="2">
                  <c:v>2006-02-28</c:v>
                </c:pt>
                <c:pt idx="3">
                  <c:v>2006-03-31</c:v>
                </c:pt>
                <c:pt idx="4">
                  <c:v>2006-04-28</c:v>
                </c:pt>
                <c:pt idx="5">
                  <c:v>2006-05-31</c:v>
                </c:pt>
                <c:pt idx="6">
                  <c:v>2006-06-30</c:v>
                </c:pt>
                <c:pt idx="7">
                  <c:v>2006-07-31</c:v>
                </c:pt>
                <c:pt idx="8">
                  <c:v>2006-08-31</c:v>
                </c:pt>
                <c:pt idx="9">
                  <c:v>2006-09-29</c:v>
                </c:pt>
                <c:pt idx="10">
                  <c:v>2006-10-31</c:v>
                </c:pt>
                <c:pt idx="11">
                  <c:v>2006-11-30</c:v>
                </c:pt>
                <c:pt idx="12">
                  <c:v>2006-12-29</c:v>
                </c:pt>
                <c:pt idx="13">
                  <c:v>2007-01-31</c:v>
                </c:pt>
                <c:pt idx="14">
                  <c:v>2007-02-28</c:v>
                </c:pt>
                <c:pt idx="15">
                  <c:v>2007-03-30</c:v>
                </c:pt>
                <c:pt idx="16">
                  <c:v>2007-04-30</c:v>
                </c:pt>
                <c:pt idx="17">
                  <c:v>2007-05-31</c:v>
                </c:pt>
                <c:pt idx="18">
                  <c:v>2007-06-29</c:v>
                </c:pt>
                <c:pt idx="19">
                  <c:v>2007-07-31</c:v>
                </c:pt>
                <c:pt idx="20">
                  <c:v>2007-08-31</c:v>
                </c:pt>
                <c:pt idx="21">
                  <c:v>2007-09-28</c:v>
                </c:pt>
                <c:pt idx="22">
                  <c:v>2007-10-31</c:v>
                </c:pt>
                <c:pt idx="23">
                  <c:v>2007-11-30</c:v>
                </c:pt>
                <c:pt idx="24">
                  <c:v>2007-12-28</c:v>
                </c:pt>
                <c:pt idx="25">
                  <c:v>2008-01-31</c:v>
                </c:pt>
                <c:pt idx="26">
                  <c:v>2008-02-29</c:v>
                </c:pt>
                <c:pt idx="27">
                  <c:v>2008-03-31</c:v>
                </c:pt>
                <c:pt idx="28">
                  <c:v>2008-04-30</c:v>
                </c:pt>
                <c:pt idx="29">
                  <c:v>2008-05-30</c:v>
                </c:pt>
                <c:pt idx="30">
                  <c:v>2008-06-30</c:v>
                </c:pt>
                <c:pt idx="31">
                  <c:v>2008-07-31</c:v>
                </c:pt>
                <c:pt idx="32">
                  <c:v>2008-08-29</c:v>
                </c:pt>
                <c:pt idx="33">
                  <c:v>2008-09-26</c:v>
                </c:pt>
                <c:pt idx="34">
                  <c:v>2008-10-31</c:v>
                </c:pt>
                <c:pt idx="35">
                  <c:v>2008-11-28</c:v>
                </c:pt>
                <c:pt idx="36">
                  <c:v>2008-12-31</c:v>
                </c:pt>
                <c:pt idx="37">
                  <c:v>2009-01-23</c:v>
                </c:pt>
                <c:pt idx="38">
                  <c:v>2009-02-27</c:v>
                </c:pt>
                <c:pt idx="39">
                  <c:v>2009-03-31</c:v>
                </c:pt>
                <c:pt idx="40">
                  <c:v>2009-04-30</c:v>
                </c:pt>
                <c:pt idx="41">
                  <c:v>2009-05-27</c:v>
                </c:pt>
                <c:pt idx="42">
                  <c:v>2009-06-30</c:v>
                </c:pt>
                <c:pt idx="43">
                  <c:v>2009-07-31</c:v>
                </c:pt>
                <c:pt idx="44">
                  <c:v>2009-08-31</c:v>
                </c:pt>
                <c:pt idx="45">
                  <c:v>2009-09-30</c:v>
                </c:pt>
                <c:pt idx="46">
                  <c:v>2009-10-30</c:v>
                </c:pt>
                <c:pt idx="47">
                  <c:v>2009-11-30</c:v>
                </c:pt>
                <c:pt idx="48">
                  <c:v>2009-12-31</c:v>
                </c:pt>
                <c:pt idx="49">
                  <c:v>2010-1-29</c:v>
                </c:pt>
                <c:pt idx="50">
                  <c:v>2010-2-26</c:v>
                </c:pt>
                <c:pt idx="51">
                  <c:v>2010-3-31</c:v>
                </c:pt>
                <c:pt idx="52">
                  <c:v>2010-5-10</c:v>
                </c:pt>
              </c:strCache>
            </c:strRef>
          </c:cat>
          <c:val>
            <c:numRef>
              <c:f>'composite result'!$B$1021:$B$1073</c:f>
              <c:numCache>
                <c:formatCode>0.00%</c:formatCode>
                <c:ptCount val="53"/>
                <c:pt idx="0">
                  <c:v>0</c:v>
                </c:pt>
                <c:pt idx="1">
                  <c:v>3.3584080996863497E-2</c:v>
                </c:pt>
                <c:pt idx="2">
                  <c:v>-8.353062546952162E-3</c:v>
                </c:pt>
                <c:pt idx="3">
                  <c:v>5.860862306838889E-2</c:v>
                </c:pt>
                <c:pt idx="4">
                  <c:v>3.1126153488246561E-2</c:v>
                </c:pt>
                <c:pt idx="5">
                  <c:v>9.1233130599093951E-2</c:v>
                </c:pt>
                <c:pt idx="6">
                  <c:v>0.11099759158811402</c:v>
                </c:pt>
                <c:pt idx="7">
                  <c:v>9.7327000135146335E-2</c:v>
                </c:pt>
                <c:pt idx="8">
                  <c:v>1.5418669087389647E-2</c:v>
                </c:pt>
                <c:pt idx="9">
                  <c:v>5.89505502853096E-2</c:v>
                </c:pt>
                <c:pt idx="10">
                  <c:v>3.0379392112003479E-3</c:v>
                </c:pt>
                <c:pt idx="11">
                  <c:v>-0.13074324810080395</c:v>
                </c:pt>
                <c:pt idx="12">
                  <c:v>-0.13372720058650694</c:v>
                </c:pt>
                <c:pt idx="13">
                  <c:v>0.12912621712566263</c:v>
                </c:pt>
                <c:pt idx="14">
                  <c:v>0.10075860666071768</c:v>
                </c:pt>
                <c:pt idx="15">
                  <c:v>0.12997547609672541</c:v>
                </c:pt>
                <c:pt idx="16">
                  <c:v>0.1375106763811314</c:v>
                </c:pt>
                <c:pt idx="17">
                  <c:v>-5.3428561646740123E-3</c:v>
                </c:pt>
                <c:pt idx="18">
                  <c:v>4.545558428413192E-2</c:v>
                </c:pt>
                <c:pt idx="19">
                  <c:v>5.0628680613826443E-2</c:v>
                </c:pt>
                <c:pt idx="20">
                  <c:v>3.6835611625753134E-2</c:v>
                </c:pt>
                <c:pt idx="21">
                  <c:v>-4.5033166473107615E-2</c:v>
                </c:pt>
                <c:pt idx="22">
                  <c:v>2.5168997275373303E-2</c:v>
                </c:pt>
                <c:pt idx="23">
                  <c:v>8.8366443528820018E-2</c:v>
                </c:pt>
                <c:pt idx="24">
                  <c:v>8.2850156650068549E-2</c:v>
                </c:pt>
                <c:pt idx="25">
                  <c:v>9.7560008670599413E-2</c:v>
                </c:pt>
                <c:pt idx="26">
                  <c:v>6.3549125075481785E-2</c:v>
                </c:pt>
                <c:pt idx="27">
                  <c:v>-2.8168062640322447E-3</c:v>
                </c:pt>
                <c:pt idx="28">
                  <c:v>7.6732265012778023E-3</c:v>
                </c:pt>
                <c:pt idx="29">
                  <c:v>0.10924627663419668</c:v>
                </c:pt>
                <c:pt idx="30">
                  <c:v>4.9117646680607724E-2</c:v>
                </c:pt>
                <c:pt idx="31">
                  <c:v>7.7576619992677065E-2</c:v>
                </c:pt>
                <c:pt idx="32">
                  <c:v>-0.11130615058541617</c:v>
                </c:pt>
                <c:pt idx="33">
                  <c:v>-1.6493959565030431E-2</c:v>
                </c:pt>
                <c:pt idx="34">
                  <c:v>4.8004862536109687E-2</c:v>
                </c:pt>
                <c:pt idx="35">
                  <c:v>9.1194861314246964E-2</c:v>
                </c:pt>
                <c:pt idx="36">
                  <c:v>0.18356671909656094</c:v>
                </c:pt>
                <c:pt idx="37">
                  <c:v>8.2565116675527253E-2</c:v>
                </c:pt>
                <c:pt idx="38">
                  <c:v>4.1803995870944369E-2</c:v>
                </c:pt>
                <c:pt idx="39">
                  <c:v>6.1154151022053876E-2</c:v>
                </c:pt>
                <c:pt idx="40">
                  <c:v>-1.8045980455365231E-2</c:v>
                </c:pt>
                <c:pt idx="41">
                  <c:v>2.9622296384612241E-2</c:v>
                </c:pt>
                <c:pt idx="42">
                  <c:v>-6.4629042107022805E-2</c:v>
                </c:pt>
                <c:pt idx="43">
                  <c:v>-2.7682074025644869E-2</c:v>
                </c:pt>
                <c:pt idx="44">
                  <c:v>9.3428465909975805E-2</c:v>
                </c:pt>
                <c:pt idx="45">
                  <c:v>-4.9837823405167823E-3</c:v>
                </c:pt>
                <c:pt idx="46">
                  <c:v>3.3337119408397606E-2</c:v>
                </c:pt>
                <c:pt idx="47">
                  <c:v>6.5739812798146585E-2</c:v>
                </c:pt>
                <c:pt idx="48">
                  <c:v>6.5970545683238244E-3</c:v>
                </c:pt>
                <c:pt idx="49">
                  <c:v>9.4968442156260754E-2</c:v>
                </c:pt>
                <c:pt idx="50">
                  <c:v>1.5510607169139767E-2</c:v>
                </c:pt>
                <c:pt idx="51">
                  <c:v>2.7842782259712807E-2</c:v>
                </c:pt>
                <c:pt idx="52">
                  <c:v>9.6940834637465612E-2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579096"/>
        <c:axId val="190581528"/>
      </c:areaChart>
      <c:catAx>
        <c:axId val="1905790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90581528"/>
        <c:crosses val="autoZero"/>
        <c:auto val="1"/>
        <c:lblAlgn val="ctr"/>
        <c:lblOffset val="100"/>
        <c:noMultiLvlLbl val="0"/>
      </c:catAx>
      <c:valAx>
        <c:axId val="190581528"/>
        <c:scaling>
          <c:orientation val="minMax"/>
        </c:scaling>
        <c:delete val="0"/>
        <c:axPos val="l"/>
        <c:majorGridlines/>
        <c:numFmt formatCode="0.00%" sourceLinked="1"/>
        <c:majorTickMark val="none"/>
        <c:minorTickMark val="none"/>
        <c:tickLblPos val="nextTo"/>
        <c:crossAx val="190579096"/>
        <c:crosses val="autoZero"/>
        <c:crossBetween val="midCat"/>
      </c:valAx>
    </c:plotArea>
    <c:legend>
      <c:legendPos val="t"/>
      <c:layout/>
      <c:overlay val="0"/>
    </c:legend>
    <c:plotVisOnly val="1"/>
    <c:dispBlanksAs val="zero"/>
    <c:showDLblsOverMax val="0"/>
  </c:chart>
  <c:spPr>
    <a:solidFill>
      <a:schemeClr val="lt1"/>
    </a:solidFill>
    <a:ln w="25400" cap="flat" cmpd="sng" algn="ctr">
      <a:solidFill>
        <a:schemeClr val="accent4"/>
      </a:solidFill>
      <a:prstDash val="solid"/>
    </a:ln>
    <a:effectLst/>
  </c:spPr>
  <c:txPr>
    <a:bodyPr/>
    <a:lstStyle/>
    <a:p>
      <a:pPr>
        <a:defRPr sz="900">
          <a:solidFill>
            <a:schemeClr val="accent5">
              <a:lumMod val="10000"/>
            </a:schemeClr>
          </a:solidFill>
          <a:latin typeface="+mn-lt"/>
          <a:ea typeface="+mn-ea"/>
          <a:cs typeface="+mn-cs"/>
        </a:defRPr>
      </a:pPr>
      <a:endParaRPr lang="zh-CN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9869483382040358E-2"/>
          <c:y val="0.22276528194697728"/>
          <c:w val="0.8896179529621665"/>
          <c:h val="0.58492475422820667"/>
        </c:manualLayout>
      </c:layout>
      <c:areaChart>
        <c:grouping val="stacked"/>
        <c:varyColors val="0"/>
        <c:ser>
          <c:idx val="0"/>
          <c:order val="0"/>
          <c:tx>
            <c:strRef>
              <c:f>'composite result'!$B$964</c:f>
              <c:strCache>
                <c:ptCount val="1"/>
                <c:pt idx="0">
                  <c:v>Portfolio</c:v>
                </c:pt>
              </c:strCache>
            </c:strRef>
          </c:tx>
          <c:spPr>
            <a:solidFill>
              <a:srgbClr val="FF5050"/>
            </a:solidFill>
          </c:spPr>
          <c:cat>
            <c:strRef>
              <c:f>'composite result'!$A$965:$A$1017</c:f>
              <c:strCache>
                <c:ptCount val="53"/>
                <c:pt idx="0">
                  <c:v>2005-12-31</c:v>
                </c:pt>
                <c:pt idx="1">
                  <c:v>2006-01-25</c:v>
                </c:pt>
                <c:pt idx="2">
                  <c:v>2006-02-28</c:v>
                </c:pt>
                <c:pt idx="3">
                  <c:v>2006-03-31</c:v>
                </c:pt>
                <c:pt idx="4">
                  <c:v>2006-04-28</c:v>
                </c:pt>
                <c:pt idx="5">
                  <c:v>2006-05-31</c:v>
                </c:pt>
                <c:pt idx="6">
                  <c:v>2006-06-30</c:v>
                </c:pt>
                <c:pt idx="7">
                  <c:v>2006-07-31</c:v>
                </c:pt>
                <c:pt idx="8">
                  <c:v>2006-08-31</c:v>
                </c:pt>
                <c:pt idx="9">
                  <c:v>2006-09-29</c:v>
                </c:pt>
                <c:pt idx="10">
                  <c:v>2006-10-31</c:v>
                </c:pt>
                <c:pt idx="11">
                  <c:v>2006-11-30</c:v>
                </c:pt>
                <c:pt idx="12">
                  <c:v>2006-12-29</c:v>
                </c:pt>
                <c:pt idx="13">
                  <c:v>2007-01-31</c:v>
                </c:pt>
                <c:pt idx="14">
                  <c:v>2007-02-28</c:v>
                </c:pt>
                <c:pt idx="15">
                  <c:v>2007-03-30</c:v>
                </c:pt>
                <c:pt idx="16">
                  <c:v>2007-04-30</c:v>
                </c:pt>
                <c:pt idx="17">
                  <c:v>2007-05-31</c:v>
                </c:pt>
                <c:pt idx="18">
                  <c:v>2007-06-29</c:v>
                </c:pt>
                <c:pt idx="19">
                  <c:v>2007-07-31</c:v>
                </c:pt>
                <c:pt idx="20">
                  <c:v>2007-08-31</c:v>
                </c:pt>
                <c:pt idx="21">
                  <c:v>2007-09-28</c:v>
                </c:pt>
                <c:pt idx="22">
                  <c:v>2007-10-31</c:v>
                </c:pt>
                <c:pt idx="23">
                  <c:v>2007-11-30</c:v>
                </c:pt>
                <c:pt idx="24">
                  <c:v>2007-12-28</c:v>
                </c:pt>
                <c:pt idx="25">
                  <c:v>2008-01-31</c:v>
                </c:pt>
                <c:pt idx="26">
                  <c:v>2008-02-29</c:v>
                </c:pt>
                <c:pt idx="27">
                  <c:v>2008-03-31</c:v>
                </c:pt>
                <c:pt idx="28">
                  <c:v>2008-04-30</c:v>
                </c:pt>
                <c:pt idx="29">
                  <c:v>2008-05-30</c:v>
                </c:pt>
                <c:pt idx="30">
                  <c:v>2008-06-30</c:v>
                </c:pt>
                <c:pt idx="31">
                  <c:v>2008-07-31</c:v>
                </c:pt>
                <c:pt idx="32">
                  <c:v>2008-08-29</c:v>
                </c:pt>
                <c:pt idx="33">
                  <c:v>2008-09-26</c:v>
                </c:pt>
                <c:pt idx="34">
                  <c:v>2008-10-31</c:v>
                </c:pt>
                <c:pt idx="35">
                  <c:v>2008-11-28</c:v>
                </c:pt>
                <c:pt idx="36">
                  <c:v>2008-12-31</c:v>
                </c:pt>
                <c:pt idx="37">
                  <c:v>2009-01-23</c:v>
                </c:pt>
                <c:pt idx="38">
                  <c:v>2009-02-27</c:v>
                </c:pt>
                <c:pt idx="39">
                  <c:v>2009-03-31</c:v>
                </c:pt>
                <c:pt idx="40">
                  <c:v>2009-04-30</c:v>
                </c:pt>
                <c:pt idx="41">
                  <c:v>2009-05-27</c:v>
                </c:pt>
                <c:pt idx="42">
                  <c:v>2009-06-30</c:v>
                </c:pt>
                <c:pt idx="43">
                  <c:v>2009-07-31</c:v>
                </c:pt>
                <c:pt idx="44">
                  <c:v>2009-08-31</c:v>
                </c:pt>
                <c:pt idx="45">
                  <c:v>2009-09-30</c:v>
                </c:pt>
                <c:pt idx="46">
                  <c:v>2009-10-30</c:v>
                </c:pt>
                <c:pt idx="47">
                  <c:v>2009-11-30</c:v>
                </c:pt>
                <c:pt idx="48">
                  <c:v>2009-12-31</c:v>
                </c:pt>
                <c:pt idx="49">
                  <c:v>2010-1-29</c:v>
                </c:pt>
                <c:pt idx="50">
                  <c:v>2010-2-26</c:v>
                </c:pt>
                <c:pt idx="51">
                  <c:v>2010-3-31</c:v>
                </c:pt>
                <c:pt idx="52">
                  <c:v>2010-5-10</c:v>
                </c:pt>
              </c:strCache>
            </c:strRef>
          </c:cat>
          <c:val>
            <c:numRef>
              <c:f>'composite result'!$B$965:$B$1017</c:f>
              <c:numCache>
                <c:formatCode>General</c:formatCode>
                <c:ptCount val="53"/>
                <c:pt idx="0">
                  <c:v>1</c:v>
                </c:pt>
                <c:pt idx="1">
                  <c:v>1.1268711097617963</c:v>
                </c:pt>
                <c:pt idx="2">
                  <c:v>1.1659141098357741</c:v>
                </c:pt>
                <c:pt idx="3">
                  <c:v>1.2431908564862266</c:v>
                </c:pt>
                <c:pt idx="4">
                  <c:v>1.4122397636986248</c:v>
                </c:pt>
                <c:pt idx="5">
                  <c:v>1.773700931845436</c:v>
                </c:pt>
                <c:pt idx="6">
                  <c:v>2.0076141355875112</c:v>
                </c:pt>
                <c:pt idx="7">
                  <c:v>2.0595128239744365</c:v>
                </c:pt>
                <c:pt idx="8">
                  <c:v>2.1618621995724387</c:v>
                </c:pt>
                <c:pt idx="9">
                  <c:v>2.3935811274412266</c:v>
                </c:pt>
                <c:pt idx="10">
                  <c:v>2.5052565635272468</c:v>
                </c:pt>
                <c:pt idx="11">
                  <c:v>2.6051864840145731</c:v>
                </c:pt>
                <c:pt idx="12">
                  <c:v>2.7532479526162512</c:v>
                </c:pt>
                <c:pt idx="13">
                  <c:v>3.5731879650002281</c:v>
                </c:pt>
                <c:pt idx="14">
                  <c:v>4.1717500054279704</c:v>
                </c:pt>
                <c:pt idx="15">
                  <c:v>5.1028789996276975</c:v>
                </c:pt>
                <c:pt idx="16">
                  <c:v>7.2297634209150123</c:v>
                </c:pt>
                <c:pt idx="17">
                  <c:v>7.9412785227847618</c:v>
                </c:pt>
                <c:pt idx="18">
                  <c:v>7.9709441563323402</c:v>
                </c:pt>
                <c:pt idx="19">
                  <c:v>9.8494058284017747</c:v>
                </c:pt>
                <c:pt idx="20">
                  <c:v>12.058742593566826</c:v>
                </c:pt>
                <c:pt idx="21">
                  <c:v>12.162254602317352</c:v>
                </c:pt>
                <c:pt idx="22">
                  <c:v>12.703142128671168</c:v>
                </c:pt>
                <c:pt idx="23">
                  <c:v>11.701684562119036</c:v>
                </c:pt>
                <c:pt idx="24">
                  <c:v>14.155348827577276</c:v>
                </c:pt>
                <c:pt idx="25">
                  <c:v>13.632779138675851</c:v>
                </c:pt>
                <c:pt idx="26">
                  <c:v>14.658900301437445</c:v>
                </c:pt>
                <c:pt idx="27">
                  <c:v>11.845414680864026</c:v>
                </c:pt>
                <c:pt idx="28">
                  <c:v>12.463148230686071</c:v>
                </c:pt>
                <c:pt idx="29">
                  <c:v>12.729874911042725</c:v>
                </c:pt>
                <c:pt idx="30">
                  <c:v>10.466374507578864</c:v>
                </c:pt>
                <c:pt idx="31">
                  <c:v>11.328522581361932</c:v>
                </c:pt>
                <c:pt idx="32">
                  <c:v>8.3974327790477741</c:v>
                </c:pt>
                <c:pt idx="33">
                  <c:v>7.7393337435672445</c:v>
                </c:pt>
                <c:pt idx="34">
                  <c:v>6.1102013840313836</c:v>
                </c:pt>
                <c:pt idx="35">
                  <c:v>7.2780658701139149</c:v>
                </c:pt>
                <c:pt idx="36">
                  <c:v>8.5655461344844817</c:v>
                </c:pt>
                <c:pt idx="37">
                  <c:v>10.285705012282374</c:v>
                </c:pt>
                <c:pt idx="38">
                  <c:v>11.261209721339482</c:v>
                </c:pt>
                <c:pt idx="39">
                  <c:v>13.882261402015901</c:v>
                </c:pt>
                <c:pt idx="40">
                  <c:v>14.26910140074409</c:v>
                </c:pt>
                <c:pt idx="41">
                  <c:v>15.435920815191707</c:v>
                </c:pt>
                <c:pt idx="42">
                  <c:v>16.71345742455458</c:v>
                </c:pt>
                <c:pt idx="43">
                  <c:v>19.249624316830889</c:v>
                </c:pt>
                <c:pt idx="44">
                  <c:v>16.386727348192426</c:v>
                </c:pt>
                <c:pt idx="45">
                  <c:v>17.315577918285193</c:v>
                </c:pt>
                <c:pt idx="46">
                  <c:v>19.480819928889229</c:v>
                </c:pt>
                <c:pt idx="47">
                  <c:v>22.135065943657931</c:v>
                </c:pt>
                <c:pt idx="48">
                  <c:v>22.684597251766981</c:v>
                </c:pt>
                <c:pt idx="49">
                  <c:v>22.481890554128789</c:v>
                </c:pt>
                <c:pt idx="50">
                  <c:v>23.374452734333026</c:v>
                </c:pt>
                <c:pt idx="51">
                  <c:v>24.480697632074889</c:v>
                </c:pt>
                <c:pt idx="52">
                  <c:v>23.287631506851724</c:v>
                </c:pt>
              </c:numCache>
            </c:numRef>
          </c:val>
        </c:ser>
        <c:ser>
          <c:idx val="1"/>
          <c:order val="1"/>
          <c:tx>
            <c:strRef>
              <c:f>'composite result'!$C$964</c:f>
              <c:strCache>
                <c:ptCount val="1"/>
                <c:pt idx="0">
                  <c:v>Index</c:v>
                </c:pt>
              </c:strCache>
            </c:strRef>
          </c:tx>
          <c:cat>
            <c:strRef>
              <c:f>'composite result'!$A$965:$A$1017</c:f>
              <c:strCache>
                <c:ptCount val="53"/>
                <c:pt idx="0">
                  <c:v>2005-12-31</c:v>
                </c:pt>
                <c:pt idx="1">
                  <c:v>2006-01-25</c:v>
                </c:pt>
                <c:pt idx="2">
                  <c:v>2006-02-28</c:v>
                </c:pt>
                <c:pt idx="3">
                  <c:v>2006-03-31</c:v>
                </c:pt>
                <c:pt idx="4">
                  <c:v>2006-04-28</c:v>
                </c:pt>
                <c:pt idx="5">
                  <c:v>2006-05-31</c:v>
                </c:pt>
                <c:pt idx="6">
                  <c:v>2006-06-30</c:v>
                </c:pt>
                <c:pt idx="7">
                  <c:v>2006-07-31</c:v>
                </c:pt>
                <c:pt idx="8">
                  <c:v>2006-08-31</c:v>
                </c:pt>
                <c:pt idx="9">
                  <c:v>2006-09-29</c:v>
                </c:pt>
                <c:pt idx="10">
                  <c:v>2006-10-31</c:v>
                </c:pt>
                <c:pt idx="11">
                  <c:v>2006-11-30</c:v>
                </c:pt>
                <c:pt idx="12">
                  <c:v>2006-12-29</c:v>
                </c:pt>
                <c:pt idx="13">
                  <c:v>2007-01-31</c:v>
                </c:pt>
                <c:pt idx="14">
                  <c:v>2007-02-28</c:v>
                </c:pt>
                <c:pt idx="15">
                  <c:v>2007-03-30</c:v>
                </c:pt>
                <c:pt idx="16">
                  <c:v>2007-04-30</c:v>
                </c:pt>
                <c:pt idx="17">
                  <c:v>2007-05-31</c:v>
                </c:pt>
                <c:pt idx="18">
                  <c:v>2007-06-29</c:v>
                </c:pt>
                <c:pt idx="19">
                  <c:v>2007-07-31</c:v>
                </c:pt>
                <c:pt idx="20">
                  <c:v>2007-08-31</c:v>
                </c:pt>
                <c:pt idx="21">
                  <c:v>2007-09-28</c:v>
                </c:pt>
                <c:pt idx="22">
                  <c:v>2007-10-31</c:v>
                </c:pt>
                <c:pt idx="23">
                  <c:v>2007-11-30</c:v>
                </c:pt>
                <c:pt idx="24">
                  <c:v>2007-12-28</c:v>
                </c:pt>
                <c:pt idx="25">
                  <c:v>2008-01-31</c:v>
                </c:pt>
                <c:pt idx="26">
                  <c:v>2008-02-29</c:v>
                </c:pt>
                <c:pt idx="27">
                  <c:v>2008-03-31</c:v>
                </c:pt>
                <c:pt idx="28">
                  <c:v>2008-04-30</c:v>
                </c:pt>
                <c:pt idx="29">
                  <c:v>2008-05-30</c:v>
                </c:pt>
                <c:pt idx="30">
                  <c:v>2008-06-30</c:v>
                </c:pt>
                <c:pt idx="31">
                  <c:v>2008-07-31</c:v>
                </c:pt>
                <c:pt idx="32">
                  <c:v>2008-08-29</c:v>
                </c:pt>
                <c:pt idx="33">
                  <c:v>2008-09-26</c:v>
                </c:pt>
                <c:pt idx="34">
                  <c:v>2008-10-31</c:v>
                </c:pt>
                <c:pt idx="35">
                  <c:v>2008-11-28</c:v>
                </c:pt>
                <c:pt idx="36">
                  <c:v>2008-12-31</c:v>
                </c:pt>
                <c:pt idx="37">
                  <c:v>2009-01-23</c:v>
                </c:pt>
                <c:pt idx="38">
                  <c:v>2009-02-27</c:v>
                </c:pt>
                <c:pt idx="39">
                  <c:v>2009-03-31</c:v>
                </c:pt>
                <c:pt idx="40">
                  <c:v>2009-04-30</c:v>
                </c:pt>
                <c:pt idx="41">
                  <c:v>2009-05-27</c:v>
                </c:pt>
                <c:pt idx="42">
                  <c:v>2009-06-30</c:v>
                </c:pt>
                <c:pt idx="43">
                  <c:v>2009-07-31</c:v>
                </c:pt>
                <c:pt idx="44">
                  <c:v>2009-08-31</c:v>
                </c:pt>
                <c:pt idx="45">
                  <c:v>2009-09-30</c:v>
                </c:pt>
                <c:pt idx="46">
                  <c:v>2009-10-30</c:v>
                </c:pt>
                <c:pt idx="47">
                  <c:v>2009-11-30</c:v>
                </c:pt>
                <c:pt idx="48">
                  <c:v>2009-12-31</c:v>
                </c:pt>
                <c:pt idx="49">
                  <c:v>2010-1-29</c:v>
                </c:pt>
                <c:pt idx="50">
                  <c:v>2010-2-26</c:v>
                </c:pt>
                <c:pt idx="51">
                  <c:v>2010-3-31</c:v>
                </c:pt>
                <c:pt idx="52">
                  <c:v>2010-5-10</c:v>
                </c:pt>
              </c:strCache>
            </c:strRef>
          </c:cat>
          <c:val>
            <c:numRef>
              <c:f>'composite result'!$C$965:$C$1017</c:f>
              <c:numCache>
                <c:formatCode>General</c:formatCode>
                <c:ptCount val="53"/>
                <c:pt idx="0">
                  <c:v>1</c:v>
                </c:pt>
                <c:pt idx="1">
                  <c:v>1.0932870287649281</c:v>
                </c:pt>
                <c:pt idx="2">
                  <c:v>1.1402987272741056</c:v>
                </c:pt>
                <c:pt idx="3">
                  <c:v>1.1490463489670812</c:v>
                </c:pt>
                <c:pt idx="4">
                  <c:v>1.269528107067937</c:v>
                </c:pt>
                <c:pt idx="5">
                  <c:v>1.4786393647307763</c:v>
                </c:pt>
                <c:pt idx="6">
                  <c:v>1.5095148524393736</c:v>
                </c:pt>
                <c:pt idx="7">
                  <c:v>1.401620659894236</c:v>
                </c:pt>
                <c:pt idx="8">
                  <c:v>1.4496643568527132</c:v>
                </c:pt>
                <c:pt idx="9">
                  <c:v>1.5195879369885446</c:v>
                </c:pt>
                <c:pt idx="10">
                  <c:v>1.5858697429533306</c:v>
                </c:pt>
                <c:pt idx="11">
                  <c:v>1.8564688326722281</c:v>
                </c:pt>
                <c:pt idx="12">
                  <c:v>2.2102385508272802</c:v>
                </c:pt>
                <c:pt idx="13">
                  <c:v>2.5830661291178427</c:v>
                </c:pt>
                <c:pt idx="14">
                  <c:v>2.7555019161818017</c:v>
                </c:pt>
                <c:pt idx="15">
                  <c:v>3.0123785669190908</c:v>
                </c:pt>
                <c:pt idx="16">
                  <c:v>3.8537063688273818</c:v>
                </c:pt>
                <c:pt idx="17">
                  <c:v>4.2535575791243945</c:v>
                </c:pt>
                <c:pt idx="18">
                  <c:v>4.0760993274142434</c:v>
                </c:pt>
                <c:pt idx="19">
                  <c:v>4.8303201794139614</c:v>
                </c:pt>
                <c:pt idx="20">
                  <c:v>5.7358896140672364</c:v>
                </c:pt>
                <c:pt idx="21">
                  <c:v>6.0434316493241136</c:v>
                </c:pt>
                <c:pt idx="22">
                  <c:v>6.1600918727685361</c:v>
                </c:pt>
                <c:pt idx="23">
                  <c:v>5.1301130216979445</c:v>
                </c:pt>
                <c:pt idx="24">
                  <c:v>5.7807885854257579</c:v>
                </c:pt>
                <c:pt idx="25">
                  <c:v>5.0034067860666154</c:v>
                </c:pt>
                <c:pt idx="26">
                  <c:v>5.0620444398240965</c:v>
                </c:pt>
                <c:pt idx="27">
                  <c:v>4.1047440524727365</c:v>
                </c:pt>
                <c:pt idx="28">
                  <c:v>4.2873081517048819</c:v>
                </c:pt>
                <c:pt idx="29">
                  <c:v>3.9106893598035977</c:v>
                </c:pt>
                <c:pt idx="30">
                  <c:v>3.0232454131296485</c:v>
                </c:pt>
                <c:pt idx="31">
                  <c:v>3.0377464532498109</c:v>
                </c:pt>
                <c:pt idx="32">
                  <c:v>2.589893778879456</c:v>
                </c:pt>
                <c:pt idx="33">
                  <c:v>2.4296438035152774</c:v>
                </c:pt>
                <c:pt idx="34">
                  <c:v>1.8015682478009059</c:v>
                </c:pt>
                <c:pt idx="35">
                  <c:v>1.9816146173429814</c:v>
                </c:pt>
                <c:pt idx="36">
                  <c:v>1.9684011387718539</c:v>
                </c:pt>
                <c:pt idx="37">
                  <c:v>2.2011801384155802</c:v>
                </c:pt>
                <c:pt idx="38">
                  <c:v>2.3179237447357801</c:v>
                </c:pt>
                <c:pt idx="39">
                  <c:v>2.7156708910380738</c:v>
                </c:pt>
                <c:pt idx="40">
                  <c:v>2.8403521139724797</c:v>
                </c:pt>
                <c:pt idx="41">
                  <c:v>2.9884769197282672</c:v>
                </c:pt>
                <c:pt idx="42">
                  <c:v>3.4289572484084285</c:v>
                </c:pt>
                <c:pt idx="43">
                  <c:v>4.0442015873067447</c:v>
                </c:pt>
                <c:pt idx="44">
                  <c:v>3.0648848720722612</c:v>
                </c:pt>
                <c:pt idx="45">
                  <c:v>3.2538867790494592</c:v>
                </c:pt>
                <c:pt idx="46">
                  <c:v>3.5522967650692867</c:v>
                </c:pt>
                <c:pt idx="47">
                  <c:v>3.8027670120017203</c:v>
                </c:pt>
                <c:pt idx="48">
                  <c:v>3.8720885028009069</c:v>
                </c:pt>
                <c:pt idx="49">
                  <c:v>3.4697617956989601</c:v>
                </c:pt>
                <c:pt idx="50">
                  <c:v>3.5536980305397794</c:v>
                </c:pt>
                <c:pt idx="51">
                  <c:v>3.6229393871467002</c:v>
                </c:pt>
                <c:pt idx="52">
                  <c:v>3.0951647678111893</c:v>
                </c:pt>
              </c:numCache>
            </c:numRef>
          </c:val>
        </c:ser>
        <c:ser>
          <c:idx val="2"/>
          <c:order val="2"/>
          <c:tx>
            <c:strRef>
              <c:f>'composite result'!$D$964</c:f>
              <c:strCache>
                <c:ptCount val="1"/>
                <c:pt idx="0">
                  <c:v>Spread</c:v>
                </c:pt>
              </c:strCache>
            </c:strRef>
          </c:tx>
          <c:spPr>
            <a:solidFill>
              <a:srgbClr val="92D050"/>
            </a:solidFill>
          </c:spPr>
          <c:cat>
            <c:strRef>
              <c:f>'composite result'!$A$965:$A$1017</c:f>
              <c:strCache>
                <c:ptCount val="53"/>
                <c:pt idx="0">
                  <c:v>2005-12-31</c:v>
                </c:pt>
                <c:pt idx="1">
                  <c:v>2006-01-25</c:v>
                </c:pt>
                <c:pt idx="2">
                  <c:v>2006-02-28</c:v>
                </c:pt>
                <c:pt idx="3">
                  <c:v>2006-03-31</c:v>
                </c:pt>
                <c:pt idx="4">
                  <c:v>2006-04-28</c:v>
                </c:pt>
                <c:pt idx="5">
                  <c:v>2006-05-31</c:v>
                </c:pt>
                <c:pt idx="6">
                  <c:v>2006-06-30</c:v>
                </c:pt>
                <c:pt idx="7">
                  <c:v>2006-07-31</c:v>
                </c:pt>
                <c:pt idx="8">
                  <c:v>2006-08-31</c:v>
                </c:pt>
                <c:pt idx="9">
                  <c:v>2006-09-29</c:v>
                </c:pt>
                <c:pt idx="10">
                  <c:v>2006-10-31</c:v>
                </c:pt>
                <c:pt idx="11">
                  <c:v>2006-11-30</c:v>
                </c:pt>
                <c:pt idx="12">
                  <c:v>2006-12-29</c:v>
                </c:pt>
                <c:pt idx="13">
                  <c:v>2007-01-31</c:v>
                </c:pt>
                <c:pt idx="14">
                  <c:v>2007-02-28</c:v>
                </c:pt>
                <c:pt idx="15">
                  <c:v>2007-03-30</c:v>
                </c:pt>
                <c:pt idx="16">
                  <c:v>2007-04-30</c:v>
                </c:pt>
                <c:pt idx="17">
                  <c:v>2007-05-31</c:v>
                </c:pt>
                <c:pt idx="18">
                  <c:v>2007-06-29</c:v>
                </c:pt>
                <c:pt idx="19">
                  <c:v>2007-07-31</c:v>
                </c:pt>
                <c:pt idx="20">
                  <c:v>2007-08-31</c:v>
                </c:pt>
                <c:pt idx="21">
                  <c:v>2007-09-28</c:v>
                </c:pt>
                <c:pt idx="22">
                  <c:v>2007-10-31</c:v>
                </c:pt>
                <c:pt idx="23">
                  <c:v>2007-11-30</c:v>
                </c:pt>
                <c:pt idx="24">
                  <c:v>2007-12-28</c:v>
                </c:pt>
                <c:pt idx="25">
                  <c:v>2008-01-31</c:v>
                </c:pt>
                <c:pt idx="26">
                  <c:v>2008-02-29</c:v>
                </c:pt>
                <c:pt idx="27">
                  <c:v>2008-03-31</c:v>
                </c:pt>
                <c:pt idx="28">
                  <c:v>2008-04-30</c:v>
                </c:pt>
                <c:pt idx="29">
                  <c:v>2008-05-30</c:v>
                </c:pt>
                <c:pt idx="30">
                  <c:v>2008-06-30</c:v>
                </c:pt>
                <c:pt idx="31">
                  <c:v>2008-07-31</c:v>
                </c:pt>
                <c:pt idx="32">
                  <c:v>2008-08-29</c:v>
                </c:pt>
                <c:pt idx="33">
                  <c:v>2008-09-26</c:v>
                </c:pt>
                <c:pt idx="34">
                  <c:v>2008-10-31</c:v>
                </c:pt>
                <c:pt idx="35">
                  <c:v>2008-11-28</c:v>
                </c:pt>
                <c:pt idx="36">
                  <c:v>2008-12-31</c:v>
                </c:pt>
                <c:pt idx="37">
                  <c:v>2009-01-23</c:v>
                </c:pt>
                <c:pt idx="38">
                  <c:v>2009-02-27</c:v>
                </c:pt>
                <c:pt idx="39">
                  <c:v>2009-03-31</c:v>
                </c:pt>
                <c:pt idx="40">
                  <c:v>2009-04-30</c:v>
                </c:pt>
                <c:pt idx="41">
                  <c:v>2009-05-27</c:v>
                </c:pt>
                <c:pt idx="42">
                  <c:v>2009-06-30</c:v>
                </c:pt>
                <c:pt idx="43">
                  <c:v>2009-07-31</c:v>
                </c:pt>
                <c:pt idx="44">
                  <c:v>2009-08-31</c:v>
                </c:pt>
                <c:pt idx="45">
                  <c:v>2009-09-30</c:v>
                </c:pt>
                <c:pt idx="46">
                  <c:v>2009-10-30</c:v>
                </c:pt>
                <c:pt idx="47">
                  <c:v>2009-11-30</c:v>
                </c:pt>
                <c:pt idx="48">
                  <c:v>2009-12-31</c:v>
                </c:pt>
                <c:pt idx="49">
                  <c:v>2010-1-29</c:v>
                </c:pt>
                <c:pt idx="50">
                  <c:v>2010-2-26</c:v>
                </c:pt>
                <c:pt idx="51">
                  <c:v>2010-3-31</c:v>
                </c:pt>
                <c:pt idx="52">
                  <c:v>2010-5-10</c:v>
                </c:pt>
              </c:strCache>
            </c:strRef>
          </c:cat>
          <c:val>
            <c:numRef>
              <c:f>'composite result'!$D$965:$D$1017</c:f>
              <c:numCache>
                <c:formatCode>General</c:formatCode>
                <c:ptCount val="53"/>
                <c:pt idx="0">
                  <c:v>0</c:v>
                </c:pt>
                <c:pt idx="1">
                  <c:v>3.3584080996863497E-2</c:v>
                </c:pt>
                <c:pt idx="2">
                  <c:v>2.5615382561667118E-2</c:v>
                </c:pt>
                <c:pt idx="3">
                  <c:v>9.4144507519145396E-2</c:v>
                </c:pt>
                <c:pt idx="4">
                  <c:v>0.14271165663068075</c:v>
                </c:pt>
                <c:pt idx="5">
                  <c:v>0.29506156711466247</c:v>
                </c:pt>
                <c:pt idx="6">
                  <c:v>0.4980992831481279</c:v>
                </c:pt>
                <c:pt idx="7">
                  <c:v>0.65789216408019446</c:v>
                </c:pt>
                <c:pt idx="8">
                  <c:v>0.71219784271972264</c:v>
                </c:pt>
                <c:pt idx="9">
                  <c:v>0.87399319045269075</c:v>
                </c:pt>
                <c:pt idx="10">
                  <c:v>0.91938682057391152</c:v>
                </c:pt>
                <c:pt idx="11">
                  <c:v>0.74871765134234614</c:v>
                </c:pt>
                <c:pt idx="12">
                  <c:v>0.54300940178897361</c:v>
                </c:pt>
                <c:pt idx="13">
                  <c:v>0.99012183588238534</c:v>
                </c:pt>
                <c:pt idx="14">
                  <c:v>1.4162480892461642</c:v>
                </c:pt>
                <c:pt idx="15">
                  <c:v>2.0905004327086121</c:v>
                </c:pt>
                <c:pt idx="16">
                  <c:v>3.3760570520876239</c:v>
                </c:pt>
                <c:pt idx="17">
                  <c:v>3.6877209436603544</c:v>
                </c:pt>
                <c:pt idx="18">
                  <c:v>3.8948448289180977</c:v>
                </c:pt>
                <c:pt idx="19">
                  <c:v>5.0190856489877707</c:v>
                </c:pt>
                <c:pt idx="20">
                  <c:v>6.3228529794995652</c:v>
                </c:pt>
                <c:pt idx="21">
                  <c:v>6.1188229529932263</c:v>
                </c:pt>
                <c:pt idx="22">
                  <c:v>6.5430502559026094</c:v>
                </c:pt>
                <c:pt idx="23">
                  <c:v>6.5715715404210773</c:v>
                </c:pt>
                <c:pt idx="24">
                  <c:v>8.3745602421515173</c:v>
                </c:pt>
                <c:pt idx="25">
                  <c:v>8.6293723526092467</c:v>
                </c:pt>
                <c:pt idx="26">
                  <c:v>9.5968558616133492</c:v>
                </c:pt>
                <c:pt idx="27">
                  <c:v>7.7406706283912596</c:v>
                </c:pt>
                <c:pt idx="28">
                  <c:v>8.1758400789811727</c:v>
                </c:pt>
                <c:pt idx="29">
                  <c:v>8.8191855512391228</c:v>
                </c:pt>
                <c:pt idx="30">
                  <c:v>7.4431290944492261</c:v>
                </c:pt>
                <c:pt idx="31">
                  <c:v>8.290776128112098</c:v>
                </c:pt>
                <c:pt idx="32">
                  <c:v>5.8075390001682665</c:v>
                </c:pt>
                <c:pt idx="33">
                  <c:v>5.3096899400519284</c:v>
                </c:pt>
                <c:pt idx="34">
                  <c:v>4.308633136230446</c:v>
                </c:pt>
                <c:pt idx="35">
                  <c:v>5.2964512527709262</c:v>
                </c:pt>
                <c:pt idx="36">
                  <c:v>6.5971449957125623</c:v>
                </c:pt>
                <c:pt idx="37">
                  <c:v>8.0845248738667568</c:v>
                </c:pt>
                <c:pt idx="38">
                  <c:v>8.9432859766037467</c:v>
                </c:pt>
                <c:pt idx="39">
                  <c:v>11.166590510977869</c:v>
                </c:pt>
                <c:pt idx="40">
                  <c:v>11.428749286771609</c:v>
                </c:pt>
                <c:pt idx="41">
                  <c:v>12.447443895463429</c:v>
                </c:pt>
                <c:pt idx="42">
                  <c:v>13.284500176146036</c:v>
                </c:pt>
                <c:pt idx="43">
                  <c:v>15.20542272952418</c:v>
                </c:pt>
                <c:pt idx="44">
                  <c:v>13.321842476120171</c:v>
                </c:pt>
                <c:pt idx="45">
                  <c:v>14.061691139235728</c:v>
                </c:pt>
                <c:pt idx="46">
                  <c:v>15.928523163819943</c:v>
                </c:pt>
                <c:pt idx="47">
                  <c:v>18.332298931656165</c:v>
                </c:pt>
                <c:pt idx="48">
                  <c:v>18.812508748966174</c:v>
                </c:pt>
                <c:pt idx="49">
                  <c:v>19.012128758429906</c:v>
                </c:pt>
                <c:pt idx="50">
                  <c:v>19.820754703793227</c:v>
                </c:pt>
                <c:pt idx="51">
                  <c:v>20.857758244928327</c:v>
                </c:pt>
                <c:pt idx="52">
                  <c:v>20.192466739040633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1541824"/>
        <c:axId val="191560472"/>
      </c:areaChart>
      <c:catAx>
        <c:axId val="19154182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>
                <a:solidFill>
                  <a:schemeClr val="accent5">
                    <a:lumMod val="10000"/>
                  </a:schemeClr>
                </a:solidFill>
              </a:defRPr>
            </a:pPr>
            <a:endParaRPr lang="zh-CN"/>
          </a:p>
        </c:txPr>
        <c:crossAx val="191560472"/>
        <c:crosses val="autoZero"/>
        <c:auto val="1"/>
        <c:lblAlgn val="ctr"/>
        <c:lblOffset val="100"/>
        <c:noMultiLvlLbl val="0"/>
      </c:catAx>
      <c:valAx>
        <c:axId val="191560472"/>
        <c:scaling>
          <c:orientation val="minMax"/>
          <c:max val="50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>
                <a:solidFill>
                  <a:schemeClr val="accent5">
                    <a:lumMod val="10000"/>
                  </a:schemeClr>
                </a:solidFill>
              </a:defRPr>
            </a:pPr>
            <a:endParaRPr lang="zh-CN"/>
          </a:p>
        </c:txPr>
        <c:crossAx val="191541824"/>
        <c:crosses val="autoZero"/>
        <c:crossBetween val="midCat"/>
      </c:valAx>
      <c:spPr>
        <a:solidFill>
          <a:schemeClr val="lt1"/>
        </a:solidFill>
        <a:ln w="25400" cap="flat" cmpd="sng" algn="ctr">
          <a:solidFill>
            <a:schemeClr val="accent6"/>
          </a:solidFill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0.24997954116210505"/>
          <c:y val="4.1634974997600736E-2"/>
          <c:w val="0.50687820746123069"/>
          <c:h val="9.7643960892490528E-2"/>
        </c:manualLayout>
      </c:layout>
      <c:overlay val="0"/>
    </c:legend>
    <c:plotVisOnly val="1"/>
    <c:dispBlanksAs val="zero"/>
    <c:showDLblsOverMax val="0"/>
  </c:chart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dmech!$CN$1:$CN$5</c:f>
              <c:strCache>
                <c:ptCount val="5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val>
            <c:numRef>
              <c:f>dmech!$CN$6:$CN$1262</c:f>
              <c:numCache>
                <c:formatCode>General</c:formatCode>
                <c:ptCount val="1257"/>
                <c:pt idx="0">
                  <c:v>0</c:v>
                </c:pt>
                <c:pt idx="1">
                  <c:v>0</c:v>
                </c:pt>
                <c:pt idx="2">
                  <c:v>208.36999999999989</c:v>
                </c:pt>
                <c:pt idx="3">
                  <c:v>210.05699999999979</c:v>
                </c:pt>
                <c:pt idx="4">
                  <c:v>351.44000000000051</c:v>
                </c:pt>
                <c:pt idx="5">
                  <c:v>284.02700000000004</c:v>
                </c:pt>
                <c:pt idx="6">
                  <c:v>236.10300000000007</c:v>
                </c:pt>
                <c:pt idx="7">
                  <c:v>490.32499999999982</c:v>
                </c:pt>
                <c:pt idx="8">
                  <c:v>551.33999999999924</c:v>
                </c:pt>
                <c:pt idx="9">
                  <c:v>664.88999999999942</c:v>
                </c:pt>
                <c:pt idx="10">
                  <c:v>752.60099999999966</c:v>
                </c:pt>
                <c:pt idx="11">
                  <c:v>845.07599999999911</c:v>
                </c:pt>
                <c:pt idx="12">
                  <c:v>928.38699999999881</c:v>
                </c:pt>
                <c:pt idx="13">
                  <c:v>1060.6889999999985</c:v>
                </c:pt>
                <c:pt idx="14">
                  <c:v>948.06399999999849</c:v>
                </c:pt>
                <c:pt idx="15">
                  <c:v>990.8199999999988</c:v>
                </c:pt>
                <c:pt idx="16">
                  <c:v>1023.8999999999987</c:v>
                </c:pt>
                <c:pt idx="17">
                  <c:v>1280.8599999999988</c:v>
                </c:pt>
                <c:pt idx="18">
                  <c:v>1334.003999999999</c:v>
                </c:pt>
                <c:pt idx="19">
                  <c:v>1396.2769999999982</c:v>
                </c:pt>
                <c:pt idx="20">
                  <c:v>1435.2849999999989</c:v>
                </c:pt>
                <c:pt idx="21">
                  <c:v>1228.6409999999987</c:v>
                </c:pt>
                <c:pt idx="22">
                  <c:v>1293.4159999999983</c:v>
                </c:pt>
                <c:pt idx="23">
                  <c:v>1366.8669999999984</c:v>
                </c:pt>
                <c:pt idx="24">
                  <c:v>1380.1129999999985</c:v>
                </c:pt>
                <c:pt idx="25">
                  <c:v>1305.146999999999</c:v>
                </c:pt>
                <c:pt idx="26">
                  <c:v>1376.9089999999987</c:v>
                </c:pt>
                <c:pt idx="27">
                  <c:v>1601.9119999999984</c:v>
                </c:pt>
                <c:pt idx="28">
                  <c:v>1518.3679999999986</c:v>
                </c:pt>
                <c:pt idx="29">
                  <c:v>1574.4469999999983</c:v>
                </c:pt>
                <c:pt idx="30">
                  <c:v>1663.3769999999986</c:v>
                </c:pt>
                <c:pt idx="31">
                  <c:v>1725.7779999999984</c:v>
                </c:pt>
                <c:pt idx="32">
                  <c:v>1532.4589999999989</c:v>
                </c:pt>
                <c:pt idx="33">
                  <c:v>1637.1209999999983</c:v>
                </c:pt>
                <c:pt idx="34">
                  <c:v>1601.8549999999987</c:v>
                </c:pt>
                <c:pt idx="35">
                  <c:v>1545.3149999999987</c:v>
                </c:pt>
                <c:pt idx="36">
                  <c:v>1408.5819999999985</c:v>
                </c:pt>
                <c:pt idx="37">
                  <c:v>1403.4739999999983</c:v>
                </c:pt>
                <c:pt idx="38">
                  <c:v>1473.7689999999984</c:v>
                </c:pt>
                <c:pt idx="39">
                  <c:v>1565.9809999999979</c:v>
                </c:pt>
                <c:pt idx="40">
                  <c:v>1559.5429999999978</c:v>
                </c:pt>
                <c:pt idx="41">
                  <c:v>1622.1529999999975</c:v>
                </c:pt>
                <c:pt idx="42">
                  <c:v>1429.060999999997</c:v>
                </c:pt>
                <c:pt idx="43">
                  <c:v>1522.4149999999972</c:v>
                </c:pt>
                <c:pt idx="44">
                  <c:v>1642.7779999999975</c:v>
                </c:pt>
                <c:pt idx="45">
                  <c:v>1670.1579999999976</c:v>
                </c:pt>
                <c:pt idx="46">
                  <c:v>1553.7819999999974</c:v>
                </c:pt>
                <c:pt idx="47">
                  <c:v>1644.6919999999973</c:v>
                </c:pt>
                <c:pt idx="48">
                  <c:v>1709.3489999999974</c:v>
                </c:pt>
                <c:pt idx="49">
                  <c:v>1604.0669999999973</c:v>
                </c:pt>
                <c:pt idx="50">
                  <c:v>1594.3879999999972</c:v>
                </c:pt>
                <c:pt idx="51">
                  <c:v>1546.1749999999975</c:v>
                </c:pt>
                <c:pt idx="52">
                  <c:v>1648.6789999999974</c:v>
                </c:pt>
                <c:pt idx="53">
                  <c:v>1619.4239999999972</c:v>
                </c:pt>
                <c:pt idx="54">
                  <c:v>1572.5959999999968</c:v>
                </c:pt>
                <c:pt idx="55">
                  <c:v>1535.6649999999972</c:v>
                </c:pt>
                <c:pt idx="56">
                  <c:v>1474.0489999999972</c:v>
                </c:pt>
                <c:pt idx="57">
                  <c:v>1401.105999999997</c:v>
                </c:pt>
                <c:pt idx="58">
                  <c:v>1429.6449999999968</c:v>
                </c:pt>
                <c:pt idx="59">
                  <c:v>1515.3489999999965</c:v>
                </c:pt>
                <c:pt idx="60">
                  <c:v>1573.7449999999972</c:v>
                </c:pt>
                <c:pt idx="61">
                  <c:v>1546.7519999999977</c:v>
                </c:pt>
                <c:pt idx="62">
                  <c:v>1579.3619999999974</c:v>
                </c:pt>
                <c:pt idx="63">
                  <c:v>1544.0549999999976</c:v>
                </c:pt>
                <c:pt idx="64">
                  <c:v>1734.7879999999977</c:v>
                </c:pt>
                <c:pt idx="65">
                  <c:v>1874.8809999999976</c:v>
                </c:pt>
                <c:pt idx="66">
                  <c:v>1826.0369999999975</c:v>
                </c:pt>
                <c:pt idx="67">
                  <c:v>2094.770999999997</c:v>
                </c:pt>
                <c:pt idx="68">
                  <c:v>2486.636999999997</c:v>
                </c:pt>
                <c:pt idx="69">
                  <c:v>2707.8799999999965</c:v>
                </c:pt>
                <c:pt idx="70">
                  <c:v>2655.7779999999966</c:v>
                </c:pt>
                <c:pt idx="71">
                  <c:v>2605.5619999999963</c:v>
                </c:pt>
                <c:pt idx="72">
                  <c:v>2951.1079999999965</c:v>
                </c:pt>
                <c:pt idx="73">
                  <c:v>2981.3079999999964</c:v>
                </c:pt>
                <c:pt idx="74">
                  <c:v>3032.7389999999959</c:v>
                </c:pt>
                <c:pt idx="75">
                  <c:v>3122.9899999999961</c:v>
                </c:pt>
                <c:pt idx="76">
                  <c:v>3171.4459999999963</c:v>
                </c:pt>
                <c:pt idx="77">
                  <c:v>2793.2669999999962</c:v>
                </c:pt>
                <c:pt idx="78">
                  <c:v>2821.5619999999963</c:v>
                </c:pt>
                <c:pt idx="79">
                  <c:v>2927.3069999999962</c:v>
                </c:pt>
                <c:pt idx="80">
                  <c:v>2863.1389999999956</c:v>
                </c:pt>
                <c:pt idx="81">
                  <c:v>2930.0799999999963</c:v>
                </c:pt>
                <c:pt idx="82">
                  <c:v>2832.3989999999958</c:v>
                </c:pt>
                <c:pt idx="83">
                  <c:v>2722.6379999999963</c:v>
                </c:pt>
                <c:pt idx="84">
                  <c:v>2834.6739999999963</c:v>
                </c:pt>
                <c:pt idx="85">
                  <c:v>2867.3609999999962</c:v>
                </c:pt>
                <c:pt idx="86">
                  <c:v>3041.149999999996</c:v>
                </c:pt>
                <c:pt idx="87">
                  <c:v>3223.6079999999956</c:v>
                </c:pt>
                <c:pt idx="88">
                  <c:v>3227.8579999999956</c:v>
                </c:pt>
                <c:pt idx="89">
                  <c:v>3103.622999999996</c:v>
                </c:pt>
                <c:pt idx="90">
                  <c:v>3121.3349999999964</c:v>
                </c:pt>
                <c:pt idx="91">
                  <c:v>3068.8409999999958</c:v>
                </c:pt>
                <c:pt idx="92">
                  <c:v>2952.6469999999963</c:v>
                </c:pt>
                <c:pt idx="93">
                  <c:v>3072.2429999999958</c:v>
                </c:pt>
                <c:pt idx="94">
                  <c:v>3114.6669999999958</c:v>
                </c:pt>
                <c:pt idx="95">
                  <c:v>3058.3609999999962</c:v>
                </c:pt>
                <c:pt idx="96">
                  <c:v>2995.0159999999969</c:v>
                </c:pt>
                <c:pt idx="97">
                  <c:v>3185.1119999999974</c:v>
                </c:pt>
                <c:pt idx="98">
                  <c:v>3175.5169999999971</c:v>
                </c:pt>
                <c:pt idx="99">
                  <c:v>3307.0529999999972</c:v>
                </c:pt>
                <c:pt idx="100">
                  <c:v>3417.7409999999973</c:v>
                </c:pt>
                <c:pt idx="101">
                  <c:v>3458.8299999999972</c:v>
                </c:pt>
                <c:pt idx="102">
                  <c:v>3651.4219999999973</c:v>
                </c:pt>
                <c:pt idx="103">
                  <c:v>3852.7529999999974</c:v>
                </c:pt>
                <c:pt idx="104">
                  <c:v>3727.8399999999974</c:v>
                </c:pt>
                <c:pt idx="105">
                  <c:v>3614.8689999999974</c:v>
                </c:pt>
                <c:pt idx="106">
                  <c:v>3650.8669999999975</c:v>
                </c:pt>
                <c:pt idx="107">
                  <c:v>3831.6059999999975</c:v>
                </c:pt>
                <c:pt idx="108">
                  <c:v>3782.9229999999975</c:v>
                </c:pt>
                <c:pt idx="109">
                  <c:v>3774.3269999999975</c:v>
                </c:pt>
                <c:pt idx="110">
                  <c:v>3939.7769999999973</c:v>
                </c:pt>
                <c:pt idx="111">
                  <c:v>3770.5409999999974</c:v>
                </c:pt>
                <c:pt idx="112">
                  <c:v>3898.1669999999972</c:v>
                </c:pt>
                <c:pt idx="113">
                  <c:v>4105.8419999999969</c:v>
                </c:pt>
                <c:pt idx="114">
                  <c:v>4140.7199999999975</c:v>
                </c:pt>
                <c:pt idx="115">
                  <c:v>4037.9989999999975</c:v>
                </c:pt>
                <c:pt idx="116">
                  <c:v>3842.8749999999973</c:v>
                </c:pt>
                <c:pt idx="117">
                  <c:v>3797.6379999999972</c:v>
                </c:pt>
                <c:pt idx="118">
                  <c:v>4000.5719999999974</c:v>
                </c:pt>
                <c:pt idx="119">
                  <c:v>4067.1619999999975</c:v>
                </c:pt>
                <c:pt idx="120">
                  <c:v>4038.1489999999976</c:v>
                </c:pt>
                <c:pt idx="121">
                  <c:v>4285.5499999999975</c:v>
                </c:pt>
                <c:pt idx="122">
                  <c:v>4332.5219999999972</c:v>
                </c:pt>
                <c:pt idx="123">
                  <c:v>4421.8049999999967</c:v>
                </c:pt>
                <c:pt idx="124">
                  <c:v>4529.1909999999971</c:v>
                </c:pt>
                <c:pt idx="125">
                  <c:v>4643.3219999999974</c:v>
                </c:pt>
                <c:pt idx="126">
                  <c:v>4648.2669999999971</c:v>
                </c:pt>
                <c:pt idx="127">
                  <c:v>4676.9899999999971</c:v>
                </c:pt>
                <c:pt idx="128">
                  <c:v>4834.4399999999969</c:v>
                </c:pt>
                <c:pt idx="129">
                  <c:v>5155.2169999999969</c:v>
                </c:pt>
                <c:pt idx="130">
                  <c:v>5126.6509999999962</c:v>
                </c:pt>
                <c:pt idx="131">
                  <c:v>5200.5669999999964</c:v>
                </c:pt>
                <c:pt idx="132">
                  <c:v>5248.3559999999961</c:v>
                </c:pt>
                <c:pt idx="133">
                  <c:v>5430.5319999999956</c:v>
                </c:pt>
                <c:pt idx="134">
                  <c:v>5527.1919999999955</c:v>
                </c:pt>
                <c:pt idx="135">
                  <c:v>5482.3009999999958</c:v>
                </c:pt>
                <c:pt idx="136">
                  <c:v>5671.8699999999953</c:v>
                </c:pt>
                <c:pt idx="137">
                  <c:v>5775.5919999999951</c:v>
                </c:pt>
                <c:pt idx="138">
                  <c:v>5821.7089999999953</c:v>
                </c:pt>
                <c:pt idx="139">
                  <c:v>5847.7049999999954</c:v>
                </c:pt>
                <c:pt idx="140">
                  <c:v>5794.4719999999952</c:v>
                </c:pt>
                <c:pt idx="141">
                  <c:v>5918.5669999999955</c:v>
                </c:pt>
                <c:pt idx="142">
                  <c:v>5946.260999999995</c:v>
                </c:pt>
                <c:pt idx="143">
                  <c:v>5958.2279999999955</c:v>
                </c:pt>
                <c:pt idx="144">
                  <c:v>5936.1789999999955</c:v>
                </c:pt>
                <c:pt idx="145">
                  <c:v>6139.4329999999954</c:v>
                </c:pt>
                <c:pt idx="146">
                  <c:v>6211.6639999999952</c:v>
                </c:pt>
                <c:pt idx="147">
                  <c:v>6283.2689999999948</c:v>
                </c:pt>
                <c:pt idx="148">
                  <c:v>6319.5659999999953</c:v>
                </c:pt>
                <c:pt idx="149">
                  <c:v>6435.4959999999955</c:v>
                </c:pt>
                <c:pt idx="150">
                  <c:v>6418.515999999996</c:v>
                </c:pt>
                <c:pt idx="151">
                  <c:v>6318.4829999999965</c:v>
                </c:pt>
                <c:pt idx="152">
                  <c:v>6413.8449999999966</c:v>
                </c:pt>
                <c:pt idx="153">
                  <c:v>6383.3829999999962</c:v>
                </c:pt>
                <c:pt idx="154">
                  <c:v>6368.8869999999961</c:v>
                </c:pt>
                <c:pt idx="155">
                  <c:v>6380.6019999999962</c:v>
                </c:pt>
                <c:pt idx="156">
                  <c:v>6447.7969999999959</c:v>
                </c:pt>
                <c:pt idx="157">
                  <c:v>6482.5749999999962</c:v>
                </c:pt>
                <c:pt idx="158">
                  <c:v>6505.2109999999957</c:v>
                </c:pt>
                <c:pt idx="159">
                  <c:v>6788.1509999999962</c:v>
                </c:pt>
                <c:pt idx="160">
                  <c:v>6721.8879999999963</c:v>
                </c:pt>
                <c:pt idx="161">
                  <c:v>6777.5539999999964</c:v>
                </c:pt>
                <c:pt idx="162">
                  <c:v>6672.0379999999968</c:v>
                </c:pt>
                <c:pt idx="163">
                  <c:v>6645.1629999999968</c:v>
                </c:pt>
                <c:pt idx="164">
                  <c:v>6754.7289999999975</c:v>
                </c:pt>
                <c:pt idx="165">
                  <c:v>6903.3259999999973</c:v>
                </c:pt>
                <c:pt idx="166">
                  <c:v>7121.5229999999974</c:v>
                </c:pt>
                <c:pt idx="167">
                  <c:v>7198.114999999998</c:v>
                </c:pt>
                <c:pt idx="168">
                  <c:v>7257.8419999999987</c:v>
                </c:pt>
                <c:pt idx="169">
                  <c:v>7195.8679999999986</c:v>
                </c:pt>
                <c:pt idx="170">
                  <c:v>7078.2459999999992</c:v>
                </c:pt>
                <c:pt idx="171">
                  <c:v>7066.8759999999984</c:v>
                </c:pt>
                <c:pt idx="172">
                  <c:v>7231.7619999999988</c:v>
                </c:pt>
                <c:pt idx="173">
                  <c:v>7255.963999999999</c:v>
                </c:pt>
                <c:pt idx="174">
                  <c:v>7349.4359999999988</c:v>
                </c:pt>
                <c:pt idx="175">
                  <c:v>7348.1859999999988</c:v>
                </c:pt>
                <c:pt idx="176">
                  <c:v>7409.2009999999991</c:v>
                </c:pt>
                <c:pt idx="177">
                  <c:v>7427.9609999999993</c:v>
                </c:pt>
                <c:pt idx="178">
                  <c:v>7568.8719999999994</c:v>
                </c:pt>
                <c:pt idx="179">
                  <c:v>7549.7939999999999</c:v>
                </c:pt>
                <c:pt idx="180">
                  <c:v>7436.509</c:v>
                </c:pt>
                <c:pt idx="181">
                  <c:v>7477.9070000000002</c:v>
                </c:pt>
                <c:pt idx="182">
                  <c:v>7498.1370000000006</c:v>
                </c:pt>
                <c:pt idx="183">
                  <c:v>7475.7610000000004</c:v>
                </c:pt>
                <c:pt idx="184">
                  <c:v>7598.6560000000009</c:v>
                </c:pt>
                <c:pt idx="185">
                  <c:v>7706.0390000000007</c:v>
                </c:pt>
                <c:pt idx="186">
                  <c:v>7733.5670000000009</c:v>
                </c:pt>
                <c:pt idx="187">
                  <c:v>7636.1730000000007</c:v>
                </c:pt>
                <c:pt idx="188">
                  <c:v>7731.7620000000006</c:v>
                </c:pt>
                <c:pt idx="189">
                  <c:v>7725.4540000000006</c:v>
                </c:pt>
                <c:pt idx="190">
                  <c:v>7746.8770000000004</c:v>
                </c:pt>
                <c:pt idx="191">
                  <c:v>7652.8350000000009</c:v>
                </c:pt>
                <c:pt idx="192">
                  <c:v>7690.9950000000008</c:v>
                </c:pt>
                <c:pt idx="193">
                  <c:v>7712.6440000000002</c:v>
                </c:pt>
                <c:pt idx="194">
                  <c:v>7767.8649999999998</c:v>
                </c:pt>
                <c:pt idx="195">
                  <c:v>7746.6189999999997</c:v>
                </c:pt>
                <c:pt idx="196">
                  <c:v>7825.7929999999997</c:v>
                </c:pt>
                <c:pt idx="197">
                  <c:v>7790.2150000000001</c:v>
                </c:pt>
                <c:pt idx="198">
                  <c:v>7857.8530000000001</c:v>
                </c:pt>
                <c:pt idx="199">
                  <c:v>7927.924</c:v>
                </c:pt>
                <c:pt idx="200">
                  <c:v>7909.3099999999995</c:v>
                </c:pt>
                <c:pt idx="201">
                  <c:v>7908.0589999999993</c:v>
                </c:pt>
                <c:pt idx="202">
                  <c:v>8037.0389999999989</c:v>
                </c:pt>
                <c:pt idx="203">
                  <c:v>8171.6899999999987</c:v>
                </c:pt>
                <c:pt idx="204">
                  <c:v>8184.3459999999986</c:v>
                </c:pt>
                <c:pt idx="205">
                  <c:v>8183.8289999999988</c:v>
                </c:pt>
                <c:pt idx="206">
                  <c:v>8184.9889999999987</c:v>
                </c:pt>
                <c:pt idx="207">
                  <c:v>8180.8859999999986</c:v>
                </c:pt>
                <c:pt idx="208">
                  <c:v>8315.0989999999983</c:v>
                </c:pt>
                <c:pt idx="209">
                  <c:v>8350.1689999999981</c:v>
                </c:pt>
                <c:pt idx="210">
                  <c:v>8165.7009999999982</c:v>
                </c:pt>
                <c:pt idx="211">
                  <c:v>8254.6619999999984</c:v>
                </c:pt>
                <c:pt idx="212">
                  <c:v>8293.7129999999979</c:v>
                </c:pt>
                <c:pt idx="213">
                  <c:v>8298.0929999999971</c:v>
                </c:pt>
                <c:pt idx="214">
                  <c:v>8367.1089999999967</c:v>
                </c:pt>
                <c:pt idx="215">
                  <c:v>8373.3489999999965</c:v>
                </c:pt>
                <c:pt idx="216">
                  <c:v>8362.7759999999962</c:v>
                </c:pt>
                <c:pt idx="217">
                  <c:v>8307.0009999999966</c:v>
                </c:pt>
                <c:pt idx="218">
                  <c:v>8389.4699999999975</c:v>
                </c:pt>
                <c:pt idx="219">
                  <c:v>8413.2299999999977</c:v>
                </c:pt>
                <c:pt idx="220">
                  <c:v>8452.6769999999979</c:v>
                </c:pt>
                <c:pt idx="221">
                  <c:v>8447.4949999999972</c:v>
                </c:pt>
                <c:pt idx="222">
                  <c:v>8515.2089999999971</c:v>
                </c:pt>
                <c:pt idx="223">
                  <c:v>8572.122999999996</c:v>
                </c:pt>
                <c:pt idx="224">
                  <c:v>8559.4959999999955</c:v>
                </c:pt>
                <c:pt idx="225">
                  <c:v>8563.5269999999946</c:v>
                </c:pt>
                <c:pt idx="226">
                  <c:v>8634.5769999999939</c:v>
                </c:pt>
                <c:pt idx="227">
                  <c:v>8628.8569999999945</c:v>
                </c:pt>
                <c:pt idx="228">
                  <c:v>8706.0519999999942</c:v>
                </c:pt>
                <c:pt idx="229">
                  <c:v>8777.5679999999938</c:v>
                </c:pt>
                <c:pt idx="230">
                  <c:v>8810.7129999999943</c:v>
                </c:pt>
                <c:pt idx="231">
                  <c:v>8633.5899999999947</c:v>
                </c:pt>
                <c:pt idx="232">
                  <c:v>8768.0909999999949</c:v>
                </c:pt>
                <c:pt idx="233">
                  <c:v>8852.2269999999953</c:v>
                </c:pt>
                <c:pt idx="234">
                  <c:v>8836.8519999999953</c:v>
                </c:pt>
                <c:pt idx="235">
                  <c:v>8752.1729999999952</c:v>
                </c:pt>
                <c:pt idx="236">
                  <c:v>8732.0479999999952</c:v>
                </c:pt>
                <c:pt idx="237">
                  <c:v>8847.0089999999946</c:v>
                </c:pt>
                <c:pt idx="238">
                  <c:v>8873.2569999999942</c:v>
                </c:pt>
                <c:pt idx="239">
                  <c:v>8952.8239999999932</c:v>
                </c:pt>
                <c:pt idx="240">
                  <c:v>8980.407999999994</c:v>
                </c:pt>
                <c:pt idx="241">
                  <c:v>9068.7449999999935</c:v>
                </c:pt>
                <c:pt idx="242">
                  <c:v>8990.2189999999937</c:v>
                </c:pt>
                <c:pt idx="243">
                  <c:v>8939.3519999999935</c:v>
                </c:pt>
                <c:pt idx="244">
                  <c:v>8959.6149999999943</c:v>
                </c:pt>
                <c:pt idx="245">
                  <c:v>9053.0679999999938</c:v>
                </c:pt>
                <c:pt idx="246">
                  <c:v>9040.7089999999935</c:v>
                </c:pt>
                <c:pt idx="247">
                  <c:v>9104.179999999993</c:v>
                </c:pt>
                <c:pt idx="248">
                  <c:v>9088.8529999999937</c:v>
                </c:pt>
                <c:pt idx="249">
                  <c:v>9136.9359999999942</c:v>
                </c:pt>
                <c:pt idx="250">
                  <c:v>9135.4789999999939</c:v>
                </c:pt>
                <c:pt idx="251">
                  <c:v>9188.6609999999946</c:v>
                </c:pt>
                <c:pt idx="252">
                  <c:v>9315.5879999999943</c:v>
                </c:pt>
                <c:pt idx="253">
                  <c:v>9366.7369999999937</c:v>
                </c:pt>
                <c:pt idx="254">
                  <c:v>9414.3339999999935</c:v>
                </c:pt>
                <c:pt idx="255">
                  <c:v>9453.7669999999925</c:v>
                </c:pt>
                <c:pt idx="256">
                  <c:v>9487.7629999999917</c:v>
                </c:pt>
                <c:pt idx="257">
                  <c:v>9497.8809999999921</c:v>
                </c:pt>
                <c:pt idx="258">
                  <c:v>9523.6639999999916</c:v>
                </c:pt>
                <c:pt idx="259">
                  <c:v>9460.0029999999915</c:v>
                </c:pt>
                <c:pt idx="260">
                  <c:v>9501.6469999999917</c:v>
                </c:pt>
                <c:pt idx="261">
                  <c:v>9473.5959999999923</c:v>
                </c:pt>
                <c:pt idx="262">
                  <c:v>9349.7579999999925</c:v>
                </c:pt>
                <c:pt idx="263">
                  <c:v>9370.0619999999926</c:v>
                </c:pt>
                <c:pt idx="264">
                  <c:v>9390.5239999999922</c:v>
                </c:pt>
                <c:pt idx="265">
                  <c:v>9462.7829999999922</c:v>
                </c:pt>
                <c:pt idx="266">
                  <c:v>9532.3549999999923</c:v>
                </c:pt>
                <c:pt idx="267">
                  <c:v>9488.7839999999924</c:v>
                </c:pt>
                <c:pt idx="268">
                  <c:v>9636.1899999999914</c:v>
                </c:pt>
                <c:pt idx="269">
                  <c:v>9749.5339999999924</c:v>
                </c:pt>
                <c:pt idx="270">
                  <c:v>9770.268999999993</c:v>
                </c:pt>
                <c:pt idx="271">
                  <c:v>9758.5759999999937</c:v>
                </c:pt>
                <c:pt idx="272">
                  <c:v>9841.6689999999944</c:v>
                </c:pt>
                <c:pt idx="273">
                  <c:v>9845.0169999999944</c:v>
                </c:pt>
                <c:pt idx="274">
                  <c:v>9835.8159999999953</c:v>
                </c:pt>
                <c:pt idx="275">
                  <c:v>9808.8379999999961</c:v>
                </c:pt>
                <c:pt idx="276">
                  <c:v>9849.3869999999952</c:v>
                </c:pt>
                <c:pt idx="277">
                  <c:v>9815.1059999999961</c:v>
                </c:pt>
                <c:pt idx="278">
                  <c:v>9810.6799999999967</c:v>
                </c:pt>
                <c:pt idx="279">
                  <c:v>9726.6429999999964</c:v>
                </c:pt>
                <c:pt idx="280">
                  <c:v>9696.3829999999962</c:v>
                </c:pt>
                <c:pt idx="281">
                  <c:v>9666.1359999999968</c:v>
                </c:pt>
                <c:pt idx="282">
                  <c:v>9584.274999999996</c:v>
                </c:pt>
                <c:pt idx="283">
                  <c:v>9638.4639999999963</c:v>
                </c:pt>
                <c:pt idx="284">
                  <c:v>9582.917999999996</c:v>
                </c:pt>
                <c:pt idx="285">
                  <c:v>9632.9739999999965</c:v>
                </c:pt>
                <c:pt idx="286">
                  <c:v>9718.9309999999969</c:v>
                </c:pt>
                <c:pt idx="287">
                  <c:v>9733.5849999999973</c:v>
                </c:pt>
                <c:pt idx="288">
                  <c:v>9714.1689999999981</c:v>
                </c:pt>
                <c:pt idx="289">
                  <c:v>9707.1989999999987</c:v>
                </c:pt>
                <c:pt idx="290">
                  <c:v>9750.8809999999994</c:v>
                </c:pt>
                <c:pt idx="291">
                  <c:v>9757.893</c:v>
                </c:pt>
                <c:pt idx="292">
                  <c:v>9723.3279999999995</c:v>
                </c:pt>
                <c:pt idx="293">
                  <c:v>9624.7340000000004</c:v>
                </c:pt>
                <c:pt idx="294">
                  <c:v>9592.8540000000012</c:v>
                </c:pt>
                <c:pt idx="295">
                  <c:v>9576.5440000000017</c:v>
                </c:pt>
                <c:pt idx="296">
                  <c:v>9567.8750000000018</c:v>
                </c:pt>
                <c:pt idx="297">
                  <c:v>9560.5360000000019</c:v>
                </c:pt>
                <c:pt idx="298">
                  <c:v>9539.2140000000018</c:v>
                </c:pt>
                <c:pt idx="299">
                  <c:v>9523.501000000002</c:v>
                </c:pt>
                <c:pt idx="300">
                  <c:v>9588.7380000000012</c:v>
                </c:pt>
                <c:pt idx="301">
                  <c:v>9648.5740000000005</c:v>
                </c:pt>
                <c:pt idx="302">
                  <c:v>9636.9570000000003</c:v>
                </c:pt>
                <c:pt idx="303">
                  <c:v>9680.1440000000002</c:v>
                </c:pt>
                <c:pt idx="304">
                  <c:v>9710.518</c:v>
                </c:pt>
                <c:pt idx="305">
                  <c:v>9712.84</c:v>
                </c:pt>
                <c:pt idx="306">
                  <c:v>9757.3420000000006</c:v>
                </c:pt>
                <c:pt idx="307">
                  <c:v>9836.4009999999998</c:v>
                </c:pt>
                <c:pt idx="308">
                  <c:v>9836.030999999999</c:v>
                </c:pt>
                <c:pt idx="309">
                  <c:v>9871.3709999999992</c:v>
                </c:pt>
                <c:pt idx="310">
                  <c:v>9893.6219999999994</c:v>
                </c:pt>
                <c:pt idx="311">
                  <c:v>9906.3469999999998</c:v>
                </c:pt>
                <c:pt idx="312">
                  <c:v>9902.8670000000002</c:v>
                </c:pt>
                <c:pt idx="313">
                  <c:v>9925.7080000000005</c:v>
                </c:pt>
                <c:pt idx="314">
                  <c:v>9913.8389999999999</c:v>
                </c:pt>
                <c:pt idx="315">
                  <c:v>9938.2199999999993</c:v>
                </c:pt>
                <c:pt idx="316">
                  <c:v>9990.0669999999991</c:v>
                </c:pt>
                <c:pt idx="317">
                  <c:v>10047.571</c:v>
                </c:pt>
                <c:pt idx="318">
                  <c:v>10032.128000000001</c:v>
                </c:pt>
                <c:pt idx="319">
                  <c:v>10118.437000000002</c:v>
                </c:pt>
                <c:pt idx="320">
                  <c:v>10177.829000000002</c:v>
                </c:pt>
                <c:pt idx="321">
                  <c:v>10207.912000000002</c:v>
                </c:pt>
                <c:pt idx="322">
                  <c:v>10203.529000000002</c:v>
                </c:pt>
                <c:pt idx="323">
                  <c:v>10216.324000000002</c:v>
                </c:pt>
                <c:pt idx="324">
                  <c:v>10297.046000000002</c:v>
                </c:pt>
                <c:pt idx="325">
                  <c:v>10360.226000000002</c:v>
                </c:pt>
                <c:pt idx="326">
                  <c:v>10437.178000000002</c:v>
                </c:pt>
                <c:pt idx="327">
                  <c:v>10546.628000000002</c:v>
                </c:pt>
                <c:pt idx="328">
                  <c:v>10569.197000000002</c:v>
                </c:pt>
                <c:pt idx="329">
                  <c:v>10523.289000000001</c:v>
                </c:pt>
                <c:pt idx="330">
                  <c:v>10457.128000000001</c:v>
                </c:pt>
                <c:pt idx="331">
                  <c:v>10348.496000000001</c:v>
                </c:pt>
                <c:pt idx="332">
                  <c:v>10350.898000000001</c:v>
                </c:pt>
                <c:pt idx="333">
                  <c:v>10464.964000000002</c:v>
                </c:pt>
                <c:pt idx="334">
                  <c:v>10415.268000000002</c:v>
                </c:pt>
                <c:pt idx="335">
                  <c:v>10439.445000000002</c:v>
                </c:pt>
                <c:pt idx="336">
                  <c:v>10461.957000000002</c:v>
                </c:pt>
                <c:pt idx="337">
                  <c:v>10604.952000000001</c:v>
                </c:pt>
                <c:pt idx="338">
                  <c:v>10624.722000000002</c:v>
                </c:pt>
                <c:pt idx="339">
                  <c:v>10606.379000000001</c:v>
                </c:pt>
                <c:pt idx="340">
                  <c:v>10690.428</c:v>
                </c:pt>
                <c:pt idx="341">
                  <c:v>10728.683000000001</c:v>
                </c:pt>
                <c:pt idx="342">
                  <c:v>10749.085000000001</c:v>
                </c:pt>
                <c:pt idx="343">
                  <c:v>10753.765000000001</c:v>
                </c:pt>
                <c:pt idx="344">
                  <c:v>10764.043000000001</c:v>
                </c:pt>
                <c:pt idx="345">
                  <c:v>10727.851000000002</c:v>
                </c:pt>
                <c:pt idx="346">
                  <c:v>10808.640000000003</c:v>
                </c:pt>
                <c:pt idx="347">
                  <c:v>10818.889000000003</c:v>
                </c:pt>
                <c:pt idx="348">
                  <c:v>10868.801000000003</c:v>
                </c:pt>
                <c:pt idx="349">
                  <c:v>10866.075000000004</c:v>
                </c:pt>
                <c:pt idx="350">
                  <c:v>10925.632000000005</c:v>
                </c:pt>
                <c:pt idx="351">
                  <c:v>10938.020000000004</c:v>
                </c:pt>
                <c:pt idx="352">
                  <c:v>10988.476000000004</c:v>
                </c:pt>
                <c:pt idx="353">
                  <c:v>11066.938000000004</c:v>
                </c:pt>
                <c:pt idx="354">
                  <c:v>11086.080000000004</c:v>
                </c:pt>
                <c:pt idx="355">
                  <c:v>11071.636000000004</c:v>
                </c:pt>
                <c:pt idx="356">
                  <c:v>11094.938000000004</c:v>
                </c:pt>
                <c:pt idx="357">
                  <c:v>11135.371000000003</c:v>
                </c:pt>
                <c:pt idx="358">
                  <c:v>11163.549000000003</c:v>
                </c:pt>
                <c:pt idx="359">
                  <c:v>11157.652000000002</c:v>
                </c:pt>
                <c:pt idx="360">
                  <c:v>11164.099000000002</c:v>
                </c:pt>
                <c:pt idx="361">
                  <c:v>11066.497000000003</c:v>
                </c:pt>
                <c:pt idx="362">
                  <c:v>11104.818000000003</c:v>
                </c:pt>
                <c:pt idx="363">
                  <c:v>11182.679000000004</c:v>
                </c:pt>
                <c:pt idx="364">
                  <c:v>11243.667000000003</c:v>
                </c:pt>
                <c:pt idx="365">
                  <c:v>11264.021000000002</c:v>
                </c:pt>
                <c:pt idx="366">
                  <c:v>11253.903000000002</c:v>
                </c:pt>
                <c:pt idx="367">
                  <c:v>11254.019000000002</c:v>
                </c:pt>
                <c:pt idx="368">
                  <c:v>11217.604000000001</c:v>
                </c:pt>
                <c:pt idx="369">
                  <c:v>11274.580000000002</c:v>
                </c:pt>
                <c:pt idx="370">
                  <c:v>11306.805000000002</c:v>
                </c:pt>
                <c:pt idx="371">
                  <c:v>11405.966000000002</c:v>
                </c:pt>
                <c:pt idx="372">
                  <c:v>11388.683000000003</c:v>
                </c:pt>
                <c:pt idx="373">
                  <c:v>11409.359000000002</c:v>
                </c:pt>
                <c:pt idx="374">
                  <c:v>11468.955000000002</c:v>
                </c:pt>
                <c:pt idx="375">
                  <c:v>11474.194000000001</c:v>
                </c:pt>
                <c:pt idx="376">
                  <c:v>11561.033000000001</c:v>
                </c:pt>
                <c:pt idx="377">
                  <c:v>11578.589000000002</c:v>
                </c:pt>
                <c:pt idx="378">
                  <c:v>11669.964000000002</c:v>
                </c:pt>
                <c:pt idx="379">
                  <c:v>11682.677000000001</c:v>
                </c:pt>
                <c:pt idx="380">
                  <c:v>11720.642000000002</c:v>
                </c:pt>
                <c:pt idx="381">
                  <c:v>11722.739000000001</c:v>
                </c:pt>
                <c:pt idx="382">
                  <c:v>11744.882000000001</c:v>
                </c:pt>
                <c:pt idx="383">
                  <c:v>11680.979000000001</c:v>
                </c:pt>
                <c:pt idx="384">
                  <c:v>11744.225000000002</c:v>
                </c:pt>
                <c:pt idx="385">
                  <c:v>11718.782000000003</c:v>
                </c:pt>
                <c:pt idx="386">
                  <c:v>11740.190000000002</c:v>
                </c:pt>
                <c:pt idx="387">
                  <c:v>11736.671000000002</c:v>
                </c:pt>
                <c:pt idx="388">
                  <c:v>11722.214000000002</c:v>
                </c:pt>
                <c:pt idx="389">
                  <c:v>11692.703000000001</c:v>
                </c:pt>
                <c:pt idx="390">
                  <c:v>11665.484</c:v>
                </c:pt>
                <c:pt idx="391">
                  <c:v>11728.339</c:v>
                </c:pt>
                <c:pt idx="392">
                  <c:v>11719.005999999999</c:v>
                </c:pt>
                <c:pt idx="393">
                  <c:v>11706.967000000001</c:v>
                </c:pt>
                <c:pt idx="394">
                  <c:v>11739.919</c:v>
                </c:pt>
                <c:pt idx="395">
                  <c:v>11779.867</c:v>
                </c:pt>
                <c:pt idx="396">
                  <c:v>11878.496999999999</c:v>
                </c:pt>
                <c:pt idx="397">
                  <c:v>11885.253999999999</c:v>
                </c:pt>
                <c:pt idx="398">
                  <c:v>11959.541999999999</c:v>
                </c:pt>
                <c:pt idx="399">
                  <c:v>11973.905999999999</c:v>
                </c:pt>
                <c:pt idx="400">
                  <c:v>11959.460999999999</c:v>
                </c:pt>
                <c:pt idx="401">
                  <c:v>11968.633</c:v>
                </c:pt>
                <c:pt idx="402">
                  <c:v>11980.710999999999</c:v>
                </c:pt>
                <c:pt idx="403">
                  <c:v>12009.75</c:v>
                </c:pt>
                <c:pt idx="404">
                  <c:v>11981.784</c:v>
                </c:pt>
                <c:pt idx="405">
                  <c:v>12037.127</c:v>
                </c:pt>
                <c:pt idx="406">
                  <c:v>12097.032999999999</c:v>
                </c:pt>
                <c:pt idx="407">
                  <c:v>12102.004999999999</c:v>
                </c:pt>
                <c:pt idx="408">
                  <c:v>12052.636999999999</c:v>
                </c:pt>
                <c:pt idx="409">
                  <c:v>12099.476999999999</c:v>
                </c:pt>
                <c:pt idx="410">
                  <c:v>12122.05</c:v>
                </c:pt>
                <c:pt idx="411">
                  <c:v>12124.611999999999</c:v>
                </c:pt>
                <c:pt idx="412">
                  <c:v>12125.944</c:v>
                </c:pt>
                <c:pt idx="413">
                  <c:v>12162.778999999999</c:v>
                </c:pt>
                <c:pt idx="414">
                  <c:v>12159.969999999998</c:v>
                </c:pt>
                <c:pt idx="415">
                  <c:v>12149.469999999998</c:v>
                </c:pt>
                <c:pt idx="416">
                  <c:v>12201.020999999997</c:v>
                </c:pt>
                <c:pt idx="417">
                  <c:v>12187.522999999997</c:v>
                </c:pt>
                <c:pt idx="418">
                  <c:v>12258.951999999997</c:v>
                </c:pt>
                <c:pt idx="419">
                  <c:v>12303.407999999998</c:v>
                </c:pt>
                <c:pt idx="420">
                  <c:v>12348.183999999997</c:v>
                </c:pt>
                <c:pt idx="421">
                  <c:v>12395.801999999998</c:v>
                </c:pt>
                <c:pt idx="422">
                  <c:v>12430.061999999998</c:v>
                </c:pt>
                <c:pt idx="423">
                  <c:v>12418.285999999998</c:v>
                </c:pt>
                <c:pt idx="424">
                  <c:v>12374.250999999998</c:v>
                </c:pt>
                <c:pt idx="425">
                  <c:v>12376.256999999998</c:v>
                </c:pt>
                <c:pt idx="426">
                  <c:v>12413.555999999997</c:v>
                </c:pt>
                <c:pt idx="427">
                  <c:v>12507.297999999997</c:v>
                </c:pt>
                <c:pt idx="428">
                  <c:v>12545.849999999997</c:v>
                </c:pt>
                <c:pt idx="429">
                  <c:v>12537.914999999997</c:v>
                </c:pt>
                <c:pt idx="430">
                  <c:v>12519.345999999998</c:v>
                </c:pt>
                <c:pt idx="431">
                  <c:v>12590.659999999998</c:v>
                </c:pt>
                <c:pt idx="432">
                  <c:v>12539.368999999999</c:v>
                </c:pt>
                <c:pt idx="433">
                  <c:v>12606.460999999999</c:v>
                </c:pt>
                <c:pt idx="434">
                  <c:v>12651.505999999999</c:v>
                </c:pt>
                <c:pt idx="435">
                  <c:v>12635.919</c:v>
                </c:pt>
                <c:pt idx="436">
                  <c:v>12559.849</c:v>
                </c:pt>
                <c:pt idx="437">
                  <c:v>12572.041000000001</c:v>
                </c:pt>
                <c:pt idx="438">
                  <c:v>12769.351000000002</c:v>
                </c:pt>
                <c:pt idx="439">
                  <c:v>12845.661000000004</c:v>
                </c:pt>
                <c:pt idx="440">
                  <c:v>12945.465000000004</c:v>
                </c:pt>
                <c:pt idx="441">
                  <c:v>12997.876000000004</c:v>
                </c:pt>
                <c:pt idx="442">
                  <c:v>12998.294000000004</c:v>
                </c:pt>
                <c:pt idx="443">
                  <c:v>13043.973000000004</c:v>
                </c:pt>
                <c:pt idx="444">
                  <c:v>13121.789000000004</c:v>
                </c:pt>
                <c:pt idx="445">
                  <c:v>13229.814000000004</c:v>
                </c:pt>
                <c:pt idx="446">
                  <c:v>13240.370000000003</c:v>
                </c:pt>
                <c:pt idx="447">
                  <c:v>13228.534000000003</c:v>
                </c:pt>
                <c:pt idx="448">
                  <c:v>13387.509000000004</c:v>
                </c:pt>
                <c:pt idx="449">
                  <c:v>13430.929000000004</c:v>
                </c:pt>
                <c:pt idx="450">
                  <c:v>13527.287000000004</c:v>
                </c:pt>
                <c:pt idx="451">
                  <c:v>13731.478000000003</c:v>
                </c:pt>
                <c:pt idx="452">
                  <c:v>13763.193000000003</c:v>
                </c:pt>
                <c:pt idx="453">
                  <c:v>13920.611000000003</c:v>
                </c:pt>
                <c:pt idx="454">
                  <c:v>13790.789000000002</c:v>
                </c:pt>
                <c:pt idx="455">
                  <c:v>13731.555000000002</c:v>
                </c:pt>
                <c:pt idx="456">
                  <c:v>13705.579000000002</c:v>
                </c:pt>
                <c:pt idx="457">
                  <c:v>13825.349000000002</c:v>
                </c:pt>
                <c:pt idx="458">
                  <c:v>13762.793000000001</c:v>
                </c:pt>
                <c:pt idx="459">
                  <c:v>13778.878000000001</c:v>
                </c:pt>
                <c:pt idx="460">
                  <c:v>13888.398000000001</c:v>
                </c:pt>
                <c:pt idx="461">
                  <c:v>14104.908000000001</c:v>
                </c:pt>
                <c:pt idx="462">
                  <c:v>14118.337000000001</c:v>
                </c:pt>
                <c:pt idx="463">
                  <c:v>14165.563000000002</c:v>
                </c:pt>
                <c:pt idx="464">
                  <c:v>14004.525000000001</c:v>
                </c:pt>
                <c:pt idx="465">
                  <c:v>13979.347000000002</c:v>
                </c:pt>
                <c:pt idx="466">
                  <c:v>13952.281000000001</c:v>
                </c:pt>
                <c:pt idx="467">
                  <c:v>13885.522000000001</c:v>
                </c:pt>
                <c:pt idx="468">
                  <c:v>13861.580000000002</c:v>
                </c:pt>
                <c:pt idx="469">
                  <c:v>13893.575000000001</c:v>
                </c:pt>
                <c:pt idx="470">
                  <c:v>13968.794</c:v>
                </c:pt>
                <c:pt idx="471">
                  <c:v>14024.055</c:v>
                </c:pt>
                <c:pt idx="472">
                  <c:v>14014.807000000001</c:v>
                </c:pt>
                <c:pt idx="473">
                  <c:v>14059.213</c:v>
                </c:pt>
                <c:pt idx="474">
                  <c:v>14121.073</c:v>
                </c:pt>
                <c:pt idx="475">
                  <c:v>14000.666000000001</c:v>
                </c:pt>
                <c:pt idx="476">
                  <c:v>13991.751</c:v>
                </c:pt>
                <c:pt idx="477">
                  <c:v>14069.329</c:v>
                </c:pt>
                <c:pt idx="478">
                  <c:v>14140.286</c:v>
                </c:pt>
                <c:pt idx="479">
                  <c:v>14119.429</c:v>
                </c:pt>
                <c:pt idx="480">
                  <c:v>14097.030999999999</c:v>
                </c:pt>
                <c:pt idx="481">
                  <c:v>14182.915999999999</c:v>
                </c:pt>
                <c:pt idx="482">
                  <c:v>14183.272999999999</c:v>
                </c:pt>
                <c:pt idx="483">
                  <c:v>14150.753999999999</c:v>
                </c:pt>
                <c:pt idx="484">
                  <c:v>13991.850999999999</c:v>
                </c:pt>
                <c:pt idx="485">
                  <c:v>13979.774999999998</c:v>
                </c:pt>
                <c:pt idx="486">
                  <c:v>14026.659999999998</c:v>
                </c:pt>
                <c:pt idx="487">
                  <c:v>14055.541999999998</c:v>
                </c:pt>
                <c:pt idx="488">
                  <c:v>14067.785999999998</c:v>
                </c:pt>
                <c:pt idx="489">
                  <c:v>14065.719999999998</c:v>
                </c:pt>
                <c:pt idx="490">
                  <c:v>14153.168999999998</c:v>
                </c:pt>
                <c:pt idx="491">
                  <c:v>14201.584999999999</c:v>
                </c:pt>
                <c:pt idx="492">
                  <c:v>14193.295999999998</c:v>
                </c:pt>
                <c:pt idx="493">
                  <c:v>14215.260999999999</c:v>
                </c:pt>
                <c:pt idx="494">
                  <c:v>14281.192999999999</c:v>
                </c:pt>
                <c:pt idx="495">
                  <c:v>14282.18</c:v>
                </c:pt>
                <c:pt idx="496">
                  <c:v>14381.697</c:v>
                </c:pt>
                <c:pt idx="497">
                  <c:v>14396.302</c:v>
                </c:pt>
                <c:pt idx="498">
                  <c:v>14478.578</c:v>
                </c:pt>
                <c:pt idx="499">
                  <c:v>14445.257</c:v>
                </c:pt>
                <c:pt idx="500">
                  <c:v>14332.825999999999</c:v>
                </c:pt>
                <c:pt idx="501">
                  <c:v>14375.448</c:v>
                </c:pt>
                <c:pt idx="502">
                  <c:v>14393.911</c:v>
                </c:pt>
                <c:pt idx="503">
                  <c:v>14404.341</c:v>
                </c:pt>
                <c:pt idx="504">
                  <c:v>14423.044</c:v>
                </c:pt>
                <c:pt idx="505">
                  <c:v>14410.277</c:v>
                </c:pt>
                <c:pt idx="506">
                  <c:v>14402.289000000001</c:v>
                </c:pt>
                <c:pt idx="507">
                  <c:v>14394.187000000002</c:v>
                </c:pt>
                <c:pt idx="508">
                  <c:v>14398.505000000001</c:v>
                </c:pt>
                <c:pt idx="509">
                  <c:v>14417.235000000001</c:v>
                </c:pt>
                <c:pt idx="510">
                  <c:v>14524.311</c:v>
                </c:pt>
                <c:pt idx="511">
                  <c:v>14526.867</c:v>
                </c:pt>
                <c:pt idx="512">
                  <c:v>14528.742</c:v>
                </c:pt>
                <c:pt idx="513">
                  <c:v>14516.534</c:v>
                </c:pt>
                <c:pt idx="514">
                  <c:v>14505.11</c:v>
                </c:pt>
                <c:pt idx="515">
                  <c:v>14539.606</c:v>
                </c:pt>
                <c:pt idx="516">
                  <c:v>14422.177</c:v>
                </c:pt>
                <c:pt idx="517">
                  <c:v>14340.628000000001</c:v>
                </c:pt>
                <c:pt idx="518">
                  <c:v>14484.484</c:v>
                </c:pt>
                <c:pt idx="519">
                  <c:v>14381.221000000001</c:v>
                </c:pt>
                <c:pt idx="520">
                  <c:v>14510.380000000001</c:v>
                </c:pt>
                <c:pt idx="521">
                  <c:v>14559.542000000001</c:v>
                </c:pt>
                <c:pt idx="522">
                  <c:v>14596.04</c:v>
                </c:pt>
                <c:pt idx="523">
                  <c:v>14602.493</c:v>
                </c:pt>
                <c:pt idx="524">
                  <c:v>14655.108</c:v>
                </c:pt>
                <c:pt idx="525">
                  <c:v>14680.449000000001</c:v>
                </c:pt>
                <c:pt idx="526">
                  <c:v>14725.262000000001</c:v>
                </c:pt>
                <c:pt idx="527">
                  <c:v>14655.721000000001</c:v>
                </c:pt>
                <c:pt idx="528">
                  <c:v>14678.480000000001</c:v>
                </c:pt>
                <c:pt idx="529">
                  <c:v>14680.697000000002</c:v>
                </c:pt>
                <c:pt idx="530">
                  <c:v>14718.430000000002</c:v>
                </c:pt>
                <c:pt idx="531">
                  <c:v>14689.018000000002</c:v>
                </c:pt>
                <c:pt idx="532">
                  <c:v>14711.636000000002</c:v>
                </c:pt>
                <c:pt idx="533">
                  <c:v>14792.206000000002</c:v>
                </c:pt>
                <c:pt idx="534">
                  <c:v>14880.624000000002</c:v>
                </c:pt>
                <c:pt idx="535">
                  <c:v>14885.511000000002</c:v>
                </c:pt>
                <c:pt idx="536">
                  <c:v>14976.590000000002</c:v>
                </c:pt>
                <c:pt idx="537">
                  <c:v>14945.653000000002</c:v>
                </c:pt>
                <c:pt idx="538">
                  <c:v>14843.316000000003</c:v>
                </c:pt>
                <c:pt idx="539">
                  <c:v>14829.282000000003</c:v>
                </c:pt>
                <c:pt idx="540">
                  <c:v>14882.932000000003</c:v>
                </c:pt>
                <c:pt idx="541">
                  <c:v>14905.236000000003</c:v>
                </c:pt>
                <c:pt idx="542">
                  <c:v>14963.356000000003</c:v>
                </c:pt>
                <c:pt idx="543">
                  <c:v>14980.183000000005</c:v>
                </c:pt>
                <c:pt idx="544">
                  <c:v>14939.728000000005</c:v>
                </c:pt>
                <c:pt idx="545">
                  <c:v>14968.537000000004</c:v>
                </c:pt>
                <c:pt idx="546">
                  <c:v>14990.848000000004</c:v>
                </c:pt>
                <c:pt idx="547">
                  <c:v>15061.119000000002</c:v>
                </c:pt>
                <c:pt idx="548">
                  <c:v>15069.793000000001</c:v>
                </c:pt>
                <c:pt idx="549">
                  <c:v>15067.871000000001</c:v>
                </c:pt>
                <c:pt idx="550">
                  <c:v>15015.007000000001</c:v>
                </c:pt>
                <c:pt idx="551">
                  <c:v>15128.779000000002</c:v>
                </c:pt>
                <c:pt idx="552">
                  <c:v>15176.686000000002</c:v>
                </c:pt>
                <c:pt idx="553">
                  <c:v>15190.373000000001</c:v>
                </c:pt>
                <c:pt idx="554">
                  <c:v>15208.319000000001</c:v>
                </c:pt>
                <c:pt idx="555">
                  <c:v>15201.521000000001</c:v>
                </c:pt>
                <c:pt idx="556">
                  <c:v>15314.569</c:v>
                </c:pt>
                <c:pt idx="557">
                  <c:v>15300.429</c:v>
                </c:pt>
                <c:pt idx="558">
                  <c:v>15342.806</c:v>
                </c:pt>
                <c:pt idx="559">
                  <c:v>15380.989000000001</c:v>
                </c:pt>
                <c:pt idx="560">
                  <c:v>15466.206000000002</c:v>
                </c:pt>
                <c:pt idx="561">
                  <c:v>15510.437000000002</c:v>
                </c:pt>
                <c:pt idx="562">
                  <c:v>15502.433000000001</c:v>
                </c:pt>
                <c:pt idx="563">
                  <c:v>15504.848000000002</c:v>
                </c:pt>
                <c:pt idx="564">
                  <c:v>15556.296000000002</c:v>
                </c:pt>
                <c:pt idx="565">
                  <c:v>15562.814000000002</c:v>
                </c:pt>
                <c:pt idx="566">
                  <c:v>15647.340000000002</c:v>
                </c:pt>
                <c:pt idx="567">
                  <c:v>15659.253000000002</c:v>
                </c:pt>
                <c:pt idx="568">
                  <c:v>15724.968000000003</c:v>
                </c:pt>
                <c:pt idx="569">
                  <c:v>15727.067000000003</c:v>
                </c:pt>
                <c:pt idx="570">
                  <c:v>15708.865000000002</c:v>
                </c:pt>
                <c:pt idx="571">
                  <c:v>15753.805000000002</c:v>
                </c:pt>
                <c:pt idx="572">
                  <c:v>15747.537000000002</c:v>
                </c:pt>
                <c:pt idx="573">
                  <c:v>15716.657000000003</c:v>
                </c:pt>
                <c:pt idx="574">
                  <c:v>15734.590000000004</c:v>
                </c:pt>
                <c:pt idx="575">
                  <c:v>15769.301000000003</c:v>
                </c:pt>
                <c:pt idx="576">
                  <c:v>15815.150000000003</c:v>
                </c:pt>
                <c:pt idx="577">
                  <c:v>15862.795000000004</c:v>
                </c:pt>
                <c:pt idx="578">
                  <c:v>15873.257000000003</c:v>
                </c:pt>
                <c:pt idx="579">
                  <c:v>15916.014000000003</c:v>
                </c:pt>
                <c:pt idx="580">
                  <c:v>15929.201000000003</c:v>
                </c:pt>
                <c:pt idx="581">
                  <c:v>15953.046000000002</c:v>
                </c:pt>
                <c:pt idx="582">
                  <c:v>16037.554000000002</c:v>
                </c:pt>
                <c:pt idx="583">
                  <c:v>16028.363000000001</c:v>
                </c:pt>
                <c:pt idx="584">
                  <c:v>16001.949000000001</c:v>
                </c:pt>
                <c:pt idx="585">
                  <c:v>15982.264000000001</c:v>
                </c:pt>
                <c:pt idx="586">
                  <c:v>16008.433000000001</c:v>
                </c:pt>
                <c:pt idx="587">
                  <c:v>16011.422</c:v>
                </c:pt>
                <c:pt idx="588">
                  <c:v>16055.001</c:v>
                </c:pt>
                <c:pt idx="589">
                  <c:v>16104.944</c:v>
                </c:pt>
                <c:pt idx="590">
                  <c:v>16084.155999999999</c:v>
                </c:pt>
                <c:pt idx="591">
                  <c:v>16154.100999999999</c:v>
                </c:pt>
                <c:pt idx="592">
                  <c:v>16160.462</c:v>
                </c:pt>
                <c:pt idx="593">
                  <c:v>16186.778</c:v>
                </c:pt>
                <c:pt idx="594">
                  <c:v>16195.535</c:v>
                </c:pt>
                <c:pt idx="595">
                  <c:v>16222.59</c:v>
                </c:pt>
                <c:pt idx="596">
                  <c:v>16223.686</c:v>
                </c:pt>
                <c:pt idx="597">
                  <c:v>16271.226999999999</c:v>
                </c:pt>
                <c:pt idx="598">
                  <c:v>16317.100999999999</c:v>
                </c:pt>
                <c:pt idx="599">
                  <c:v>16400.638999999999</c:v>
                </c:pt>
                <c:pt idx="600">
                  <c:v>16408.807000000001</c:v>
                </c:pt>
                <c:pt idx="601">
                  <c:v>16387.706000000002</c:v>
                </c:pt>
                <c:pt idx="602">
                  <c:v>16434.034000000003</c:v>
                </c:pt>
                <c:pt idx="603">
                  <c:v>16449.445000000003</c:v>
                </c:pt>
                <c:pt idx="604">
                  <c:v>16451.646000000004</c:v>
                </c:pt>
                <c:pt idx="605">
                  <c:v>16433.450000000004</c:v>
                </c:pt>
                <c:pt idx="606">
                  <c:v>16393.245000000003</c:v>
                </c:pt>
                <c:pt idx="607">
                  <c:v>16360.819000000003</c:v>
                </c:pt>
                <c:pt idx="608">
                  <c:v>16388.511000000002</c:v>
                </c:pt>
                <c:pt idx="609">
                  <c:v>16348.273000000003</c:v>
                </c:pt>
                <c:pt idx="610">
                  <c:v>16360.264000000003</c:v>
                </c:pt>
                <c:pt idx="611">
                  <c:v>16369.397000000003</c:v>
                </c:pt>
                <c:pt idx="612">
                  <c:v>16348.371000000003</c:v>
                </c:pt>
                <c:pt idx="613">
                  <c:v>16566.571000000004</c:v>
                </c:pt>
                <c:pt idx="614">
                  <c:v>16549.371000000003</c:v>
                </c:pt>
                <c:pt idx="615">
                  <c:v>16496.771000000004</c:v>
                </c:pt>
                <c:pt idx="616">
                  <c:v>16527.771000000004</c:v>
                </c:pt>
                <c:pt idx="617">
                  <c:v>16542.771000000004</c:v>
                </c:pt>
                <c:pt idx="618">
                  <c:v>16544.371000000003</c:v>
                </c:pt>
                <c:pt idx="619">
                  <c:v>16625.171000000002</c:v>
                </c:pt>
                <c:pt idx="620">
                  <c:v>16634.971000000001</c:v>
                </c:pt>
                <c:pt idx="621">
                  <c:v>16680.171000000002</c:v>
                </c:pt>
                <c:pt idx="622">
                  <c:v>16656.971000000001</c:v>
                </c:pt>
                <c:pt idx="623">
                  <c:v>16626.371000000003</c:v>
                </c:pt>
                <c:pt idx="624">
                  <c:v>16626.371000000003</c:v>
                </c:pt>
                <c:pt idx="625">
                  <c:v>16735.371000000003</c:v>
                </c:pt>
                <c:pt idx="626">
                  <c:v>16805.171000000002</c:v>
                </c:pt>
                <c:pt idx="627">
                  <c:v>16784.771000000001</c:v>
                </c:pt>
                <c:pt idx="628">
                  <c:v>16901.171000000002</c:v>
                </c:pt>
                <c:pt idx="629">
                  <c:v>16866.571000000004</c:v>
                </c:pt>
                <c:pt idx="630">
                  <c:v>16808.171000000002</c:v>
                </c:pt>
                <c:pt idx="631">
                  <c:v>16840.171000000002</c:v>
                </c:pt>
                <c:pt idx="632">
                  <c:v>16983.771000000001</c:v>
                </c:pt>
                <c:pt idx="633">
                  <c:v>16923.771000000001</c:v>
                </c:pt>
                <c:pt idx="634">
                  <c:v>16939.370999999999</c:v>
                </c:pt>
                <c:pt idx="635">
                  <c:v>16967.771000000001</c:v>
                </c:pt>
                <c:pt idx="636">
                  <c:v>16952.971000000001</c:v>
                </c:pt>
                <c:pt idx="637">
                  <c:v>16800.771000000001</c:v>
                </c:pt>
                <c:pt idx="638">
                  <c:v>16889.571</c:v>
                </c:pt>
                <c:pt idx="639">
                  <c:v>16863.170999999998</c:v>
                </c:pt>
                <c:pt idx="640">
                  <c:v>16801.370999999999</c:v>
                </c:pt>
                <c:pt idx="641">
                  <c:v>16837.571</c:v>
                </c:pt>
                <c:pt idx="642">
                  <c:v>16910.771000000001</c:v>
                </c:pt>
                <c:pt idx="643">
                  <c:v>16940.771000000001</c:v>
                </c:pt>
                <c:pt idx="644">
                  <c:v>16926.370999999999</c:v>
                </c:pt>
                <c:pt idx="645">
                  <c:v>16954.771000000001</c:v>
                </c:pt>
                <c:pt idx="646">
                  <c:v>16941.771000000001</c:v>
                </c:pt>
                <c:pt idx="647">
                  <c:v>16996.571</c:v>
                </c:pt>
                <c:pt idx="648">
                  <c:v>17014.771000000001</c:v>
                </c:pt>
                <c:pt idx="649">
                  <c:v>17079.171000000002</c:v>
                </c:pt>
                <c:pt idx="650">
                  <c:v>17098.371000000003</c:v>
                </c:pt>
                <c:pt idx="651">
                  <c:v>17094.571000000004</c:v>
                </c:pt>
                <c:pt idx="652">
                  <c:v>17116.171000000002</c:v>
                </c:pt>
                <c:pt idx="653">
                  <c:v>17143.571000000004</c:v>
                </c:pt>
                <c:pt idx="654">
                  <c:v>17055.571000000004</c:v>
                </c:pt>
                <c:pt idx="655">
                  <c:v>17062.771000000004</c:v>
                </c:pt>
                <c:pt idx="656">
                  <c:v>17095.171000000006</c:v>
                </c:pt>
                <c:pt idx="657">
                  <c:v>17089.371000000006</c:v>
                </c:pt>
                <c:pt idx="658">
                  <c:v>17106.571000000007</c:v>
                </c:pt>
                <c:pt idx="659">
                  <c:v>17118.771000000008</c:v>
                </c:pt>
                <c:pt idx="660">
                  <c:v>17259.971000000009</c:v>
                </c:pt>
                <c:pt idx="661">
                  <c:v>17281.37100000001</c:v>
                </c:pt>
                <c:pt idx="662">
                  <c:v>17315.171000000009</c:v>
                </c:pt>
                <c:pt idx="663">
                  <c:v>17314.37100000001</c:v>
                </c:pt>
                <c:pt idx="664">
                  <c:v>17329.771000000012</c:v>
                </c:pt>
                <c:pt idx="665">
                  <c:v>17295.771000000012</c:v>
                </c:pt>
                <c:pt idx="666">
                  <c:v>17291.971000000012</c:v>
                </c:pt>
                <c:pt idx="667">
                  <c:v>17291.371000000014</c:v>
                </c:pt>
                <c:pt idx="668">
                  <c:v>17210.371000000014</c:v>
                </c:pt>
                <c:pt idx="669">
                  <c:v>17199.771000000015</c:v>
                </c:pt>
                <c:pt idx="670">
                  <c:v>17234.371000000014</c:v>
                </c:pt>
                <c:pt idx="671">
                  <c:v>17255.371000000014</c:v>
                </c:pt>
                <c:pt idx="672">
                  <c:v>17298.371000000014</c:v>
                </c:pt>
                <c:pt idx="673">
                  <c:v>17290.371000000014</c:v>
                </c:pt>
                <c:pt idx="674">
                  <c:v>17391.971000000012</c:v>
                </c:pt>
                <c:pt idx="675">
                  <c:v>17440.371000000014</c:v>
                </c:pt>
                <c:pt idx="676">
                  <c:v>17438.771000000015</c:v>
                </c:pt>
                <c:pt idx="677">
                  <c:v>17478.771000000015</c:v>
                </c:pt>
                <c:pt idx="678">
                  <c:v>17477.971000000016</c:v>
                </c:pt>
                <c:pt idx="679">
                  <c:v>17491.171000000017</c:v>
                </c:pt>
                <c:pt idx="680">
                  <c:v>17472.371000000017</c:v>
                </c:pt>
                <c:pt idx="681">
                  <c:v>17581.771000000019</c:v>
                </c:pt>
                <c:pt idx="682">
                  <c:v>17571.17100000002</c:v>
                </c:pt>
                <c:pt idx="683">
                  <c:v>17576.571000000022</c:v>
                </c:pt>
                <c:pt idx="684">
                  <c:v>17631.571000000022</c:v>
                </c:pt>
                <c:pt idx="685">
                  <c:v>17561.971000000023</c:v>
                </c:pt>
                <c:pt idx="686">
                  <c:v>17578.971000000023</c:v>
                </c:pt>
                <c:pt idx="687">
                  <c:v>17606.371000000025</c:v>
                </c:pt>
                <c:pt idx="688">
                  <c:v>17679.971000000023</c:v>
                </c:pt>
                <c:pt idx="689">
                  <c:v>17672.971000000023</c:v>
                </c:pt>
                <c:pt idx="690">
                  <c:v>17748.971000000023</c:v>
                </c:pt>
                <c:pt idx="691">
                  <c:v>17746.571000000022</c:v>
                </c:pt>
                <c:pt idx="692">
                  <c:v>17759.17100000002</c:v>
                </c:pt>
                <c:pt idx="693">
                  <c:v>17730.97100000002</c:v>
                </c:pt>
                <c:pt idx="694">
                  <c:v>17658.371000000021</c:v>
                </c:pt>
                <c:pt idx="695">
                  <c:v>17677.771000000022</c:v>
                </c:pt>
                <c:pt idx="696">
                  <c:v>17678.971000000023</c:v>
                </c:pt>
                <c:pt idx="697">
                  <c:v>17697.971000000023</c:v>
                </c:pt>
                <c:pt idx="698">
                  <c:v>17644.771000000022</c:v>
                </c:pt>
                <c:pt idx="699">
                  <c:v>17638.771000000022</c:v>
                </c:pt>
                <c:pt idx="700">
                  <c:v>17630.371000000021</c:v>
                </c:pt>
                <c:pt idx="701">
                  <c:v>17572.771000000022</c:v>
                </c:pt>
                <c:pt idx="702">
                  <c:v>17582.171000000024</c:v>
                </c:pt>
                <c:pt idx="703">
                  <c:v>17575.371000000025</c:v>
                </c:pt>
                <c:pt idx="704">
                  <c:v>17632.971000000023</c:v>
                </c:pt>
                <c:pt idx="705">
                  <c:v>17652.771000000022</c:v>
                </c:pt>
                <c:pt idx="706">
                  <c:v>17672.971000000023</c:v>
                </c:pt>
                <c:pt idx="707">
                  <c:v>17711.971000000023</c:v>
                </c:pt>
                <c:pt idx="708">
                  <c:v>17708.171000000024</c:v>
                </c:pt>
                <c:pt idx="709">
                  <c:v>17767.371000000025</c:v>
                </c:pt>
                <c:pt idx="710">
                  <c:v>17771.771000000026</c:v>
                </c:pt>
                <c:pt idx="711">
                  <c:v>17773.171000000028</c:v>
                </c:pt>
                <c:pt idx="712">
                  <c:v>17725.571000000029</c:v>
                </c:pt>
                <c:pt idx="713">
                  <c:v>17718.571000000029</c:v>
                </c:pt>
                <c:pt idx="714">
                  <c:v>17745.371000000028</c:v>
                </c:pt>
                <c:pt idx="715">
                  <c:v>17745.971000000027</c:v>
                </c:pt>
                <c:pt idx="716">
                  <c:v>17792.771000000026</c:v>
                </c:pt>
                <c:pt idx="717">
                  <c:v>17845.171000000028</c:v>
                </c:pt>
                <c:pt idx="718">
                  <c:v>17843.771000000026</c:v>
                </c:pt>
                <c:pt idx="719">
                  <c:v>17836.971000000027</c:v>
                </c:pt>
                <c:pt idx="720">
                  <c:v>17838.571000000025</c:v>
                </c:pt>
                <c:pt idx="721">
                  <c:v>17805.971000000027</c:v>
                </c:pt>
                <c:pt idx="722">
                  <c:v>17818.571000000025</c:v>
                </c:pt>
                <c:pt idx="723">
                  <c:v>17815.771000000026</c:v>
                </c:pt>
                <c:pt idx="724">
                  <c:v>17874.971000000027</c:v>
                </c:pt>
                <c:pt idx="725">
                  <c:v>17975.771000000026</c:v>
                </c:pt>
                <c:pt idx="726">
                  <c:v>18059.171000000028</c:v>
                </c:pt>
                <c:pt idx="727">
                  <c:v>18076.171000000028</c:v>
                </c:pt>
                <c:pt idx="728">
                  <c:v>18128.371000000028</c:v>
                </c:pt>
                <c:pt idx="729">
                  <c:v>18152.371000000028</c:v>
                </c:pt>
                <c:pt idx="730">
                  <c:v>18232.171000000028</c:v>
                </c:pt>
                <c:pt idx="731">
                  <c:v>18250.971000000027</c:v>
                </c:pt>
                <c:pt idx="732">
                  <c:v>18345.371000000028</c:v>
                </c:pt>
                <c:pt idx="733">
                  <c:v>18379.77100000003</c:v>
                </c:pt>
                <c:pt idx="734">
                  <c:v>18389.171000000031</c:v>
                </c:pt>
                <c:pt idx="735">
                  <c:v>18405.77100000003</c:v>
                </c:pt>
                <c:pt idx="736">
                  <c:v>18546.371000000028</c:v>
                </c:pt>
                <c:pt idx="737">
                  <c:v>18498.571000000029</c:v>
                </c:pt>
                <c:pt idx="738">
                  <c:v>18568.77100000003</c:v>
                </c:pt>
                <c:pt idx="739">
                  <c:v>18594.571000000029</c:v>
                </c:pt>
                <c:pt idx="740">
                  <c:v>18688.371000000028</c:v>
                </c:pt>
                <c:pt idx="741">
                  <c:v>18823.571000000029</c:v>
                </c:pt>
                <c:pt idx="742">
                  <c:v>18768.77100000003</c:v>
                </c:pt>
                <c:pt idx="743">
                  <c:v>18796.97100000003</c:v>
                </c:pt>
                <c:pt idx="744">
                  <c:v>18849.571000000033</c:v>
                </c:pt>
                <c:pt idx="745">
                  <c:v>18902.771000000033</c:v>
                </c:pt>
                <c:pt idx="746">
                  <c:v>18904.371000000032</c:v>
                </c:pt>
                <c:pt idx="747">
                  <c:v>18938.571000000033</c:v>
                </c:pt>
                <c:pt idx="748">
                  <c:v>18958.171000000031</c:v>
                </c:pt>
                <c:pt idx="749">
                  <c:v>18934.371000000032</c:v>
                </c:pt>
                <c:pt idx="750">
                  <c:v>19149.371000000032</c:v>
                </c:pt>
                <c:pt idx="751">
                  <c:v>19159.97100000003</c:v>
                </c:pt>
                <c:pt idx="752">
                  <c:v>19287.571000000029</c:v>
                </c:pt>
                <c:pt idx="753">
                  <c:v>19355.371000000028</c:v>
                </c:pt>
                <c:pt idx="754">
                  <c:v>19305.77100000003</c:v>
                </c:pt>
                <c:pt idx="755">
                  <c:v>19335.77100000003</c:v>
                </c:pt>
                <c:pt idx="756">
                  <c:v>19268.571000000029</c:v>
                </c:pt>
                <c:pt idx="757">
                  <c:v>19336.171000000028</c:v>
                </c:pt>
                <c:pt idx="758">
                  <c:v>19260.171000000028</c:v>
                </c:pt>
                <c:pt idx="759">
                  <c:v>19229.971000000027</c:v>
                </c:pt>
                <c:pt idx="760">
                  <c:v>19244.571000000025</c:v>
                </c:pt>
                <c:pt idx="761">
                  <c:v>19245.571000000025</c:v>
                </c:pt>
                <c:pt idx="762">
                  <c:v>19304.371000000025</c:v>
                </c:pt>
                <c:pt idx="763">
                  <c:v>19311.971000000023</c:v>
                </c:pt>
                <c:pt idx="764">
                  <c:v>19289.771000000022</c:v>
                </c:pt>
                <c:pt idx="765">
                  <c:v>19282.571000000022</c:v>
                </c:pt>
                <c:pt idx="766">
                  <c:v>19286.571000000022</c:v>
                </c:pt>
                <c:pt idx="767">
                  <c:v>19235.771000000022</c:v>
                </c:pt>
                <c:pt idx="768">
                  <c:v>19297.971000000023</c:v>
                </c:pt>
                <c:pt idx="769">
                  <c:v>19317.771000000022</c:v>
                </c:pt>
                <c:pt idx="770">
                  <c:v>19349.571000000022</c:v>
                </c:pt>
                <c:pt idx="771">
                  <c:v>19453.571000000022</c:v>
                </c:pt>
                <c:pt idx="772">
                  <c:v>19455.771000000022</c:v>
                </c:pt>
                <c:pt idx="773">
                  <c:v>19480.771000000022</c:v>
                </c:pt>
                <c:pt idx="774">
                  <c:v>19505.171000000024</c:v>
                </c:pt>
                <c:pt idx="775">
                  <c:v>19497.971000000023</c:v>
                </c:pt>
                <c:pt idx="776">
                  <c:v>19509.971000000023</c:v>
                </c:pt>
                <c:pt idx="777">
                  <c:v>19604.171000000024</c:v>
                </c:pt>
                <c:pt idx="778">
                  <c:v>19663.971000000023</c:v>
                </c:pt>
                <c:pt idx="779">
                  <c:v>19689.371000000025</c:v>
                </c:pt>
                <c:pt idx="780">
                  <c:v>19711.171000000024</c:v>
                </c:pt>
                <c:pt idx="781">
                  <c:v>19788.971000000023</c:v>
                </c:pt>
                <c:pt idx="782">
                  <c:v>19744.571000000022</c:v>
                </c:pt>
                <c:pt idx="783">
                  <c:v>19761.971000000023</c:v>
                </c:pt>
                <c:pt idx="784">
                  <c:v>19759.771000000022</c:v>
                </c:pt>
                <c:pt idx="785">
                  <c:v>19822.971000000023</c:v>
                </c:pt>
                <c:pt idx="786">
                  <c:v>19857.971000000023</c:v>
                </c:pt>
                <c:pt idx="787">
                  <c:v>19852.771000000022</c:v>
                </c:pt>
                <c:pt idx="788">
                  <c:v>19866.571000000022</c:v>
                </c:pt>
                <c:pt idx="789">
                  <c:v>19864.571000000022</c:v>
                </c:pt>
                <c:pt idx="790">
                  <c:v>19913.571000000022</c:v>
                </c:pt>
                <c:pt idx="791">
                  <c:v>19931.571000000022</c:v>
                </c:pt>
                <c:pt idx="792">
                  <c:v>19917.971000000023</c:v>
                </c:pt>
                <c:pt idx="793">
                  <c:v>19924.571000000022</c:v>
                </c:pt>
                <c:pt idx="794">
                  <c:v>19974.17100000002</c:v>
                </c:pt>
                <c:pt idx="795">
                  <c:v>20099.771000000019</c:v>
                </c:pt>
                <c:pt idx="796">
                  <c:v>20097.571000000018</c:v>
                </c:pt>
                <c:pt idx="797">
                  <c:v>20026.97100000002</c:v>
                </c:pt>
                <c:pt idx="798">
                  <c:v>20126.17100000002</c:v>
                </c:pt>
                <c:pt idx="799">
                  <c:v>20086.17100000002</c:v>
                </c:pt>
                <c:pt idx="800">
                  <c:v>20101.371000000021</c:v>
                </c:pt>
                <c:pt idx="801">
                  <c:v>20111.571000000022</c:v>
                </c:pt>
                <c:pt idx="802">
                  <c:v>20084.371000000021</c:v>
                </c:pt>
                <c:pt idx="803">
                  <c:v>20041.17100000002</c:v>
                </c:pt>
                <c:pt idx="804">
                  <c:v>20025.771000000019</c:v>
                </c:pt>
                <c:pt idx="805">
                  <c:v>20059.771000000019</c:v>
                </c:pt>
                <c:pt idx="806">
                  <c:v>20065.371000000017</c:v>
                </c:pt>
                <c:pt idx="807">
                  <c:v>20112.371000000017</c:v>
                </c:pt>
                <c:pt idx="808">
                  <c:v>20178.571000000018</c:v>
                </c:pt>
                <c:pt idx="809">
                  <c:v>20191.171000000017</c:v>
                </c:pt>
                <c:pt idx="810">
                  <c:v>20302.571000000018</c:v>
                </c:pt>
                <c:pt idx="811">
                  <c:v>20289.97100000002</c:v>
                </c:pt>
                <c:pt idx="812">
                  <c:v>20318.97100000002</c:v>
                </c:pt>
                <c:pt idx="813">
                  <c:v>20316.17100000002</c:v>
                </c:pt>
                <c:pt idx="814">
                  <c:v>20343.97100000002</c:v>
                </c:pt>
                <c:pt idx="815">
                  <c:v>20274.17100000002</c:v>
                </c:pt>
                <c:pt idx="816">
                  <c:v>20378.97100000002</c:v>
                </c:pt>
                <c:pt idx="817">
                  <c:v>20383.17100000002</c:v>
                </c:pt>
                <c:pt idx="818">
                  <c:v>20365.17100000002</c:v>
                </c:pt>
                <c:pt idx="819">
                  <c:v>20343.771000000019</c:v>
                </c:pt>
                <c:pt idx="820">
                  <c:v>20303.17100000002</c:v>
                </c:pt>
                <c:pt idx="821">
                  <c:v>20302.371000000021</c:v>
                </c:pt>
                <c:pt idx="822">
                  <c:v>20311.371000000021</c:v>
                </c:pt>
                <c:pt idx="823">
                  <c:v>20289.571000000022</c:v>
                </c:pt>
                <c:pt idx="824">
                  <c:v>20354.571000000022</c:v>
                </c:pt>
                <c:pt idx="825">
                  <c:v>20408.17100000002</c:v>
                </c:pt>
                <c:pt idx="826">
                  <c:v>20429.371000000021</c:v>
                </c:pt>
                <c:pt idx="827">
                  <c:v>20447.371000000021</c:v>
                </c:pt>
                <c:pt idx="828">
                  <c:v>20502.771000000022</c:v>
                </c:pt>
                <c:pt idx="829">
                  <c:v>20462.971000000023</c:v>
                </c:pt>
                <c:pt idx="830">
                  <c:v>20454.771000000022</c:v>
                </c:pt>
                <c:pt idx="831">
                  <c:v>20513.571000000022</c:v>
                </c:pt>
                <c:pt idx="832">
                  <c:v>20556.771000000022</c:v>
                </c:pt>
                <c:pt idx="833">
                  <c:v>20591.971000000023</c:v>
                </c:pt>
                <c:pt idx="834">
                  <c:v>20580.771000000022</c:v>
                </c:pt>
                <c:pt idx="835">
                  <c:v>20569.571000000022</c:v>
                </c:pt>
                <c:pt idx="836">
                  <c:v>20571.17100000002</c:v>
                </c:pt>
                <c:pt idx="837">
                  <c:v>20608.771000000019</c:v>
                </c:pt>
                <c:pt idx="838">
                  <c:v>20606.571000000018</c:v>
                </c:pt>
                <c:pt idx="839">
                  <c:v>20637.97100000002</c:v>
                </c:pt>
                <c:pt idx="840">
                  <c:v>20636.17100000002</c:v>
                </c:pt>
                <c:pt idx="841">
                  <c:v>20658.97100000002</c:v>
                </c:pt>
                <c:pt idx="842">
                  <c:v>20669.17100000002</c:v>
                </c:pt>
                <c:pt idx="843">
                  <c:v>20688.771000000019</c:v>
                </c:pt>
                <c:pt idx="844">
                  <c:v>20721.17100000002</c:v>
                </c:pt>
                <c:pt idx="845">
                  <c:v>20752.771000000019</c:v>
                </c:pt>
                <c:pt idx="846">
                  <c:v>20768.571000000018</c:v>
                </c:pt>
                <c:pt idx="847">
                  <c:v>20810.771000000019</c:v>
                </c:pt>
                <c:pt idx="848">
                  <c:v>20832.17100000002</c:v>
                </c:pt>
                <c:pt idx="849">
                  <c:v>20813.571000000022</c:v>
                </c:pt>
                <c:pt idx="850">
                  <c:v>20862.371000000021</c:v>
                </c:pt>
                <c:pt idx="851">
                  <c:v>20834.771000000022</c:v>
                </c:pt>
                <c:pt idx="852">
                  <c:v>20841.371000000021</c:v>
                </c:pt>
                <c:pt idx="853">
                  <c:v>20856.17100000002</c:v>
                </c:pt>
                <c:pt idx="854">
                  <c:v>20900.17100000002</c:v>
                </c:pt>
                <c:pt idx="855">
                  <c:v>20904.771000000019</c:v>
                </c:pt>
                <c:pt idx="856">
                  <c:v>20900.771000000019</c:v>
                </c:pt>
                <c:pt idx="857">
                  <c:v>20912.97100000002</c:v>
                </c:pt>
                <c:pt idx="858">
                  <c:v>20866.371000000021</c:v>
                </c:pt>
                <c:pt idx="859">
                  <c:v>20857.97100000002</c:v>
                </c:pt>
                <c:pt idx="860">
                  <c:v>20880.571000000018</c:v>
                </c:pt>
                <c:pt idx="861">
                  <c:v>20915.571000000018</c:v>
                </c:pt>
                <c:pt idx="862">
                  <c:v>20917.571000000018</c:v>
                </c:pt>
                <c:pt idx="863">
                  <c:v>20900.371000000017</c:v>
                </c:pt>
                <c:pt idx="864">
                  <c:v>20981.771000000019</c:v>
                </c:pt>
                <c:pt idx="865">
                  <c:v>20973.17100000002</c:v>
                </c:pt>
                <c:pt idx="866">
                  <c:v>20960.571000000022</c:v>
                </c:pt>
                <c:pt idx="867">
                  <c:v>20956.371000000021</c:v>
                </c:pt>
                <c:pt idx="868">
                  <c:v>20944.17100000002</c:v>
                </c:pt>
                <c:pt idx="869">
                  <c:v>20953.771000000019</c:v>
                </c:pt>
                <c:pt idx="870">
                  <c:v>21003.371000000021</c:v>
                </c:pt>
                <c:pt idx="871">
                  <c:v>20966.571000000022</c:v>
                </c:pt>
                <c:pt idx="872">
                  <c:v>20989.771000000022</c:v>
                </c:pt>
                <c:pt idx="873">
                  <c:v>20978.171000000024</c:v>
                </c:pt>
                <c:pt idx="874">
                  <c:v>20996.771000000022</c:v>
                </c:pt>
                <c:pt idx="875">
                  <c:v>21013.771000000022</c:v>
                </c:pt>
                <c:pt idx="876">
                  <c:v>21019.371000000021</c:v>
                </c:pt>
                <c:pt idx="877">
                  <c:v>21119.571000000022</c:v>
                </c:pt>
                <c:pt idx="878">
                  <c:v>21118.17100000002</c:v>
                </c:pt>
                <c:pt idx="879">
                  <c:v>21126.771000000022</c:v>
                </c:pt>
                <c:pt idx="880">
                  <c:v>21149.371000000021</c:v>
                </c:pt>
                <c:pt idx="881">
                  <c:v>21160.97100000002</c:v>
                </c:pt>
                <c:pt idx="882">
                  <c:v>21151.771000000019</c:v>
                </c:pt>
                <c:pt idx="883">
                  <c:v>21127.571000000018</c:v>
                </c:pt>
                <c:pt idx="884">
                  <c:v>21121.171000000017</c:v>
                </c:pt>
                <c:pt idx="885">
                  <c:v>21160.571000000018</c:v>
                </c:pt>
                <c:pt idx="886">
                  <c:v>21184.171000000017</c:v>
                </c:pt>
                <c:pt idx="887">
                  <c:v>21192.571000000018</c:v>
                </c:pt>
                <c:pt idx="888">
                  <c:v>21180.771000000019</c:v>
                </c:pt>
                <c:pt idx="889">
                  <c:v>21229.371000000021</c:v>
                </c:pt>
                <c:pt idx="890">
                  <c:v>21218.771000000022</c:v>
                </c:pt>
                <c:pt idx="891">
                  <c:v>21226.371000000021</c:v>
                </c:pt>
                <c:pt idx="892">
                  <c:v>21255.17100000002</c:v>
                </c:pt>
                <c:pt idx="893">
                  <c:v>21278.371000000021</c:v>
                </c:pt>
                <c:pt idx="894">
                  <c:v>21318.17100000002</c:v>
                </c:pt>
                <c:pt idx="895">
                  <c:v>21312.771000000019</c:v>
                </c:pt>
                <c:pt idx="896">
                  <c:v>21344.771000000019</c:v>
                </c:pt>
                <c:pt idx="897">
                  <c:v>21326.571000000018</c:v>
                </c:pt>
                <c:pt idx="898">
                  <c:v>21330.771000000019</c:v>
                </c:pt>
                <c:pt idx="899">
                  <c:v>21394.571000000018</c:v>
                </c:pt>
                <c:pt idx="900">
                  <c:v>21472.97100000002</c:v>
                </c:pt>
                <c:pt idx="901">
                  <c:v>21471.571000000018</c:v>
                </c:pt>
                <c:pt idx="902">
                  <c:v>21468.97100000002</c:v>
                </c:pt>
                <c:pt idx="903">
                  <c:v>21445.571000000018</c:v>
                </c:pt>
                <c:pt idx="904">
                  <c:v>21428.171000000017</c:v>
                </c:pt>
                <c:pt idx="905">
                  <c:v>21442.771000000015</c:v>
                </c:pt>
                <c:pt idx="906">
                  <c:v>21515.171000000017</c:v>
                </c:pt>
                <c:pt idx="907">
                  <c:v>21512.171000000017</c:v>
                </c:pt>
                <c:pt idx="908">
                  <c:v>21517.171000000017</c:v>
                </c:pt>
                <c:pt idx="909">
                  <c:v>21517.571000000018</c:v>
                </c:pt>
                <c:pt idx="910">
                  <c:v>21524.571000000018</c:v>
                </c:pt>
                <c:pt idx="911">
                  <c:v>21508.171000000017</c:v>
                </c:pt>
                <c:pt idx="912">
                  <c:v>21557.771000000015</c:v>
                </c:pt>
                <c:pt idx="913">
                  <c:v>21611.171000000017</c:v>
                </c:pt>
                <c:pt idx="914">
                  <c:v>21617.171000000017</c:v>
                </c:pt>
                <c:pt idx="915">
                  <c:v>21608.771000000015</c:v>
                </c:pt>
                <c:pt idx="916">
                  <c:v>21609.171000000017</c:v>
                </c:pt>
                <c:pt idx="917">
                  <c:v>21603.171000000017</c:v>
                </c:pt>
                <c:pt idx="918">
                  <c:v>21624.771000000015</c:v>
                </c:pt>
                <c:pt idx="919">
                  <c:v>21645.171000000017</c:v>
                </c:pt>
                <c:pt idx="920">
                  <c:v>21644.971000000016</c:v>
                </c:pt>
                <c:pt idx="921">
                  <c:v>21742.771000000015</c:v>
                </c:pt>
                <c:pt idx="922">
                  <c:v>21736.771000000015</c:v>
                </c:pt>
                <c:pt idx="923">
                  <c:v>21725.771000000015</c:v>
                </c:pt>
                <c:pt idx="924">
                  <c:v>21729.771000000015</c:v>
                </c:pt>
                <c:pt idx="925">
                  <c:v>21748.371000000014</c:v>
                </c:pt>
                <c:pt idx="926">
                  <c:v>21764.571000000014</c:v>
                </c:pt>
                <c:pt idx="927">
                  <c:v>21788.371000000014</c:v>
                </c:pt>
                <c:pt idx="928">
                  <c:v>21792.371000000014</c:v>
                </c:pt>
                <c:pt idx="929">
                  <c:v>21789.771000000015</c:v>
                </c:pt>
                <c:pt idx="930">
                  <c:v>21856.171000000017</c:v>
                </c:pt>
                <c:pt idx="931">
                  <c:v>21956.171000000017</c:v>
                </c:pt>
                <c:pt idx="932">
                  <c:v>21932.171000000017</c:v>
                </c:pt>
                <c:pt idx="933">
                  <c:v>21944.571000000018</c:v>
                </c:pt>
                <c:pt idx="934">
                  <c:v>21872.771000000019</c:v>
                </c:pt>
                <c:pt idx="935">
                  <c:v>21891.97100000002</c:v>
                </c:pt>
                <c:pt idx="936">
                  <c:v>21927.571000000018</c:v>
                </c:pt>
                <c:pt idx="937">
                  <c:v>21948.371000000017</c:v>
                </c:pt>
                <c:pt idx="938">
                  <c:v>21940.571000000018</c:v>
                </c:pt>
                <c:pt idx="939">
                  <c:v>21984.371000000017</c:v>
                </c:pt>
                <c:pt idx="940">
                  <c:v>21938.171000000017</c:v>
                </c:pt>
                <c:pt idx="941">
                  <c:v>21944.971000000016</c:v>
                </c:pt>
                <c:pt idx="942">
                  <c:v>21898.971000000016</c:v>
                </c:pt>
                <c:pt idx="943">
                  <c:v>21930.771000000015</c:v>
                </c:pt>
                <c:pt idx="944">
                  <c:v>22043.171000000017</c:v>
                </c:pt>
                <c:pt idx="945">
                  <c:v>22024.971000000016</c:v>
                </c:pt>
                <c:pt idx="946">
                  <c:v>22064.171000000017</c:v>
                </c:pt>
                <c:pt idx="947">
                  <c:v>22087.771000000015</c:v>
                </c:pt>
                <c:pt idx="948">
                  <c:v>22072.771000000015</c:v>
                </c:pt>
                <c:pt idx="949">
                  <c:v>22091.571000000014</c:v>
                </c:pt>
                <c:pt idx="950">
                  <c:v>22111.171000000013</c:v>
                </c:pt>
                <c:pt idx="951">
                  <c:v>22171.171000000013</c:v>
                </c:pt>
                <c:pt idx="952">
                  <c:v>22159.971000000012</c:v>
                </c:pt>
                <c:pt idx="953">
                  <c:v>22198.771000000012</c:v>
                </c:pt>
                <c:pt idx="954">
                  <c:v>22185.171000000013</c:v>
                </c:pt>
                <c:pt idx="955">
                  <c:v>22197.571000000014</c:v>
                </c:pt>
                <c:pt idx="956">
                  <c:v>22224.771000000015</c:v>
                </c:pt>
                <c:pt idx="957">
                  <c:v>22216.971000000016</c:v>
                </c:pt>
                <c:pt idx="958">
                  <c:v>22212.171000000017</c:v>
                </c:pt>
                <c:pt idx="959">
                  <c:v>22200.971000000016</c:v>
                </c:pt>
                <c:pt idx="960">
                  <c:v>22269.371000000017</c:v>
                </c:pt>
                <c:pt idx="961">
                  <c:v>22305.371000000017</c:v>
                </c:pt>
                <c:pt idx="962">
                  <c:v>22366.171000000017</c:v>
                </c:pt>
                <c:pt idx="963">
                  <c:v>22447.171000000017</c:v>
                </c:pt>
                <c:pt idx="964">
                  <c:v>22463.371000000017</c:v>
                </c:pt>
                <c:pt idx="965">
                  <c:v>22526.171000000017</c:v>
                </c:pt>
                <c:pt idx="966">
                  <c:v>22483.371000000017</c:v>
                </c:pt>
                <c:pt idx="967">
                  <c:v>22512.971000000016</c:v>
                </c:pt>
                <c:pt idx="968">
                  <c:v>22524.771000000015</c:v>
                </c:pt>
                <c:pt idx="969">
                  <c:v>22559.771000000015</c:v>
                </c:pt>
                <c:pt idx="970">
                  <c:v>22563.571000000014</c:v>
                </c:pt>
                <c:pt idx="971">
                  <c:v>22578.571000000014</c:v>
                </c:pt>
                <c:pt idx="972">
                  <c:v>22496.371000000014</c:v>
                </c:pt>
                <c:pt idx="973">
                  <c:v>22476.971000000012</c:v>
                </c:pt>
                <c:pt idx="974">
                  <c:v>22474.971000000012</c:v>
                </c:pt>
                <c:pt idx="975">
                  <c:v>22468.171000000013</c:v>
                </c:pt>
                <c:pt idx="976">
                  <c:v>22537.371000000014</c:v>
                </c:pt>
                <c:pt idx="977">
                  <c:v>22547.171000000013</c:v>
                </c:pt>
                <c:pt idx="978">
                  <c:v>22608.371000000014</c:v>
                </c:pt>
                <c:pt idx="979">
                  <c:v>22600.571000000014</c:v>
                </c:pt>
                <c:pt idx="980">
                  <c:v>22661.571000000014</c:v>
                </c:pt>
                <c:pt idx="981">
                  <c:v>22707.171000000013</c:v>
                </c:pt>
                <c:pt idx="982">
                  <c:v>22747.971000000012</c:v>
                </c:pt>
                <c:pt idx="983">
                  <c:v>22760.971000000012</c:v>
                </c:pt>
                <c:pt idx="984">
                  <c:v>22788.171000000013</c:v>
                </c:pt>
                <c:pt idx="985">
                  <c:v>22778.971000000012</c:v>
                </c:pt>
                <c:pt idx="986">
                  <c:v>22771.771000000012</c:v>
                </c:pt>
                <c:pt idx="987">
                  <c:v>22862.171000000013</c:v>
                </c:pt>
                <c:pt idx="988">
                  <c:v>22832.571000000014</c:v>
                </c:pt>
                <c:pt idx="989">
                  <c:v>22858.371000000014</c:v>
                </c:pt>
                <c:pt idx="990">
                  <c:v>22875.971000000012</c:v>
                </c:pt>
                <c:pt idx="991">
                  <c:v>22890.571000000011</c:v>
                </c:pt>
                <c:pt idx="992">
                  <c:v>22897.571000000011</c:v>
                </c:pt>
                <c:pt idx="993">
                  <c:v>22850.571000000011</c:v>
                </c:pt>
                <c:pt idx="994">
                  <c:v>22844.171000000009</c:v>
                </c:pt>
                <c:pt idx="995">
                  <c:v>22901.771000000008</c:v>
                </c:pt>
                <c:pt idx="996">
                  <c:v>22890.171000000009</c:v>
                </c:pt>
                <c:pt idx="997">
                  <c:v>22826.571000000011</c:v>
                </c:pt>
                <c:pt idx="998">
                  <c:v>22832.971000000012</c:v>
                </c:pt>
                <c:pt idx="999">
                  <c:v>22886.571000000011</c:v>
                </c:pt>
                <c:pt idx="1000">
                  <c:v>22883.171000000009</c:v>
                </c:pt>
                <c:pt idx="1001">
                  <c:v>22880.771000000008</c:v>
                </c:pt>
                <c:pt idx="1002">
                  <c:v>22905.571000000007</c:v>
                </c:pt>
                <c:pt idx="1003">
                  <c:v>22917.371000000006</c:v>
                </c:pt>
                <c:pt idx="1004">
                  <c:v>22942.571000000007</c:v>
                </c:pt>
                <c:pt idx="1005">
                  <c:v>22930.571000000007</c:v>
                </c:pt>
                <c:pt idx="1006">
                  <c:v>22913.571000000007</c:v>
                </c:pt>
                <c:pt idx="1007">
                  <c:v>22987.571000000007</c:v>
                </c:pt>
                <c:pt idx="1008">
                  <c:v>22932.571000000007</c:v>
                </c:pt>
                <c:pt idx="1009">
                  <c:v>22950.771000000008</c:v>
                </c:pt>
                <c:pt idx="1010">
                  <c:v>22979.571000000007</c:v>
                </c:pt>
                <c:pt idx="1011">
                  <c:v>22996.171000000006</c:v>
                </c:pt>
                <c:pt idx="1012">
                  <c:v>22978.371000000006</c:v>
                </c:pt>
                <c:pt idx="1013">
                  <c:v>22984.571000000007</c:v>
                </c:pt>
                <c:pt idx="1014">
                  <c:v>23004.771000000008</c:v>
                </c:pt>
                <c:pt idx="1015">
                  <c:v>23025.371000000006</c:v>
                </c:pt>
                <c:pt idx="1016">
                  <c:v>23076.771000000008</c:v>
                </c:pt>
                <c:pt idx="1017">
                  <c:v>23056.971000000009</c:v>
                </c:pt>
                <c:pt idx="1018">
                  <c:v>23132.37100000001</c:v>
                </c:pt>
                <c:pt idx="1019">
                  <c:v>23086.971000000009</c:v>
                </c:pt>
                <c:pt idx="1020">
                  <c:v>23072.971000000009</c:v>
                </c:pt>
                <c:pt idx="1021">
                  <c:v>23095.771000000008</c:v>
                </c:pt>
                <c:pt idx="1022">
                  <c:v>23117.371000000006</c:v>
                </c:pt>
                <c:pt idx="1023">
                  <c:v>23118.171000000006</c:v>
                </c:pt>
                <c:pt idx="1024">
                  <c:v>23120.571000000004</c:v>
                </c:pt>
                <c:pt idx="1025">
                  <c:v>23136.771000000004</c:v>
                </c:pt>
                <c:pt idx="1026">
                  <c:v>23159.171000000006</c:v>
                </c:pt>
                <c:pt idx="1027">
                  <c:v>23159.571000000007</c:v>
                </c:pt>
                <c:pt idx="1028">
                  <c:v>23158.771000000008</c:v>
                </c:pt>
                <c:pt idx="1029">
                  <c:v>23123.771000000008</c:v>
                </c:pt>
                <c:pt idx="1030">
                  <c:v>23175.171000000009</c:v>
                </c:pt>
                <c:pt idx="1031">
                  <c:v>23189.771000000008</c:v>
                </c:pt>
                <c:pt idx="1032">
                  <c:v>23183.171000000009</c:v>
                </c:pt>
                <c:pt idx="1033">
                  <c:v>23103.971000000009</c:v>
                </c:pt>
                <c:pt idx="1034">
                  <c:v>23018.171000000009</c:v>
                </c:pt>
                <c:pt idx="1035">
                  <c:v>23001.171000000009</c:v>
                </c:pt>
                <c:pt idx="1036">
                  <c:v>23001.171000000009</c:v>
                </c:pt>
                <c:pt idx="1037">
                  <c:v>22965.771000000008</c:v>
                </c:pt>
                <c:pt idx="1038">
                  <c:v>22907.571000000007</c:v>
                </c:pt>
                <c:pt idx="1039">
                  <c:v>23042.971000000009</c:v>
                </c:pt>
                <c:pt idx="1040">
                  <c:v>22982.971000000009</c:v>
                </c:pt>
                <c:pt idx="1041">
                  <c:v>23025.771000000008</c:v>
                </c:pt>
                <c:pt idx="1042">
                  <c:v>23053.771000000008</c:v>
                </c:pt>
                <c:pt idx="1043">
                  <c:v>23024.771000000008</c:v>
                </c:pt>
                <c:pt idx="1044">
                  <c:v>23031.571000000007</c:v>
                </c:pt>
                <c:pt idx="1045">
                  <c:v>23067.771000000008</c:v>
                </c:pt>
                <c:pt idx="1046">
                  <c:v>23115.171000000009</c:v>
                </c:pt>
                <c:pt idx="1047">
                  <c:v>23136.971000000009</c:v>
                </c:pt>
                <c:pt idx="1048">
                  <c:v>23132.37100000001</c:v>
                </c:pt>
                <c:pt idx="1049">
                  <c:v>23172.571000000011</c:v>
                </c:pt>
                <c:pt idx="1050">
                  <c:v>23244.771000000012</c:v>
                </c:pt>
                <c:pt idx="1051">
                  <c:v>23240.971000000012</c:v>
                </c:pt>
                <c:pt idx="1052">
                  <c:v>23240.571000000011</c:v>
                </c:pt>
                <c:pt idx="1053">
                  <c:v>23239.37100000001</c:v>
                </c:pt>
                <c:pt idx="1054">
                  <c:v>23250.771000000012</c:v>
                </c:pt>
                <c:pt idx="1055">
                  <c:v>23277.771000000012</c:v>
                </c:pt>
                <c:pt idx="1056">
                  <c:v>23264.771000000012</c:v>
                </c:pt>
                <c:pt idx="1057">
                  <c:v>23260.971000000012</c:v>
                </c:pt>
                <c:pt idx="1058">
                  <c:v>23275.971000000012</c:v>
                </c:pt>
                <c:pt idx="1059">
                  <c:v>23292.371000000014</c:v>
                </c:pt>
                <c:pt idx="1060">
                  <c:v>23319.371000000014</c:v>
                </c:pt>
                <c:pt idx="1061">
                  <c:v>23329.571000000014</c:v>
                </c:pt>
                <c:pt idx="1062">
                  <c:v>23381.971000000016</c:v>
                </c:pt>
                <c:pt idx="1063">
                  <c:v>23392.571000000014</c:v>
                </c:pt>
                <c:pt idx="1064">
                  <c:v>23393.571000000014</c:v>
                </c:pt>
                <c:pt idx="1065">
                  <c:v>23376.371000000014</c:v>
                </c:pt>
                <c:pt idx="1066">
                  <c:v>23388.171000000013</c:v>
                </c:pt>
                <c:pt idx="1067">
                  <c:v>23342.571000000014</c:v>
                </c:pt>
                <c:pt idx="1068">
                  <c:v>23326.771000000015</c:v>
                </c:pt>
                <c:pt idx="1069">
                  <c:v>23362.571000000014</c:v>
                </c:pt>
                <c:pt idx="1070">
                  <c:v>23342.571000000014</c:v>
                </c:pt>
                <c:pt idx="1071">
                  <c:v>23367.371000000014</c:v>
                </c:pt>
                <c:pt idx="1072">
                  <c:v>23394.571000000014</c:v>
                </c:pt>
                <c:pt idx="1073">
                  <c:v>23377.171000000013</c:v>
                </c:pt>
                <c:pt idx="1074">
                  <c:v>23347.971000000012</c:v>
                </c:pt>
                <c:pt idx="1075">
                  <c:v>23284.971000000012</c:v>
                </c:pt>
                <c:pt idx="1076">
                  <c:v>23311.971000000012</c:v>
                </c:pt>
                <c:pt idx="1077">
                  <c:v>23323.371000000014</c:v>
                </c:pt>
                <c:pt idx="1078">
                  <c:v>23292.171000000013</c:v>
                </c:pt>
                <c:pt idx="1079">
                  <c:v>23325.371000000014</c:v>
                </c:pt>
                <c:pt idx="1080">
                  <c:v>23330.771000000015</c:v>
                </c:pt>
                <c:pt idx="1081">
                  <c:v>23335.971000000016</c:v>
                </c:pt>
                <c:pt idx="1082">
                  <c:v>23361.371000000017</c:v>
                </c:pt>
                <c:pt idx="1083">
                  <c:v>23359.171000000017</c:v>
                </c:pt>
                <c:pt idx="1084">
                  <c:v>23363.171000000017</c:v>
                </c:pt>
                <c:pt idx="1085">
                  <c:v>23434.971000000016</c:v>
                </c:pt>
                <c:pt idx="1086">
                  <c:v>23463.971000000016</c:v>
                </c:pt>
                <c:pt idx="1087">
                  <c:v>23453.571000000014</c:v>
                </c:pt>
                <c:pt idx="1088">
                  <c:v>23511.371000000014</c:v>
                </c:pt>
                <c:pt idx="1089">
                  <c:v>23520.571000000014</c:v>
                </c:pt>
                <c:pt idx="1090">
                  <c:v>23540.171000000013</c:v>
                </c:pt>
                <c:pt idx="1091">
                  <c:v>23524.171000000013</c:v>
                </c:pt>
                <c:pt idx="1092">
                  <c:v>23519.771000000012</c:v>
                </c:pt>
                <c:pt idx="1093">
                  <c:v>23570.571000000011</c:v>
                </c:pt>
                <c:pt idx="1094">
                  <c:v>23584.571000000011</c:v>
                </c:pt>
                <c:pt idx="1095">
                  <c:v>23572.571000000011</c:v>
                </c:pt>
                <c:pt idx="1096">
                  <c:v>23547.971000000012</c:v>
                </c:pt>
                <c:pt idx="1097">
                  <c:v>23591.771000000012</c:v>
                </c:pt>
                <c:pt idx="1098">
                  <c:v>23594.37100000001</c:v>
                </c:pt>
                <c:pt idx="1099">
                  <c:v>23619.37100000001</c:v>
                </c:pt>
                <c:pt idx="1100">
                  <c:v>23617.771000000012</c:v>
                </c:pt>
                <c:pt idx="1101">
                  <c:v>23631.771000000012</c:v>
                </c:pt>
                <c:pt idx="1102">
                  <c:v>23655.171000000013</c:v>
                </c:pt>
                <c:pt idx="1103">
                  <c:v>23665.171000000013</c:v>
                </c:pt>
                <c:pt idx="1104">
                  <c:v>23665.371000000014</c:v>
                </c:pt>
                <c:pt idx="1105">
                  <c:v>23713.571000000014</c:v>
                </c:pt>
                <c:pt idx="1106">
                  <c:v>23721.571000000014</c:v>
                </c:pt>
                <c:pt idx="1107">
                  <c:v>23743.971000000012</c:v>
                </c:pt>
                <c:pt idx="1108">
                  <c:v>23740.971000000012</c:v>
                </c:pt>
                <c:pt idx="1109">
                  <c:v>23728.971000000012</c:v>
                </c:pt>
                <c:pt idx="1110">
                  <c:v>23690.371000000014</c:v>
                </c:pt>
                <c:pt idx="1111">
                  <c:v>23690.171000000013</c:v>
                </c:pt>
                <c:pt idx="1112">
                  <c:v>23722.371000000014</c:v>
                </c:pt>
                <c:pt idx="1113">
                  <c:v>23749.771000000015</c:v>
                </c:pt>
                <c:pt idx="1114">
                  <c:v>23749.371000000014</c:v>
                </c:pt>
                <c:pt idx="1115">
                  <c:v>23790.371000000014</c:v>
                </c:pt>
                <c:pt idx="1116">
                  <c:v>23830.371000000014</c:v>
                </c:pt>
                <c:pt idx="1117">
                  <c:v>23857.571000000014</c:v>
                </c:pt>
                <c:pt idx="1118">
                  <c:v>23864.571000000014</c:v>
                </c:pt>
                <c:pt idx="1119">
                  <c:v>23889.171000000013</c:v>
                </c:pt>
                <c:pt idx="1120">
                  <c:v>23908.971000000012</c:v>
                </c:pt>
                <c:pt idx="1121">
                  <c:v>23914.571000000011</c:v>
                </c:pt>
                <c:pt idx="1122">
                  <c:v>23931.37100000001</c:v>
                </c:pt>
                <c:pt idx="1123">
                  <c:v>23964.771000000012</c:v>
                </c:pt>
                <c:pt idx="1124">
                  <c:v>24010.971000000012</c:v>
                </c:pt>
                <c:pt idx="1125">
                  <c:v>23998.371000000014</c:v>
                </c:pt>
                <c:pt idx="1126">
                  <c:v>23995.171000000013</c:v>
                </c:pt>
                <c:pt idx="1127">
                  <c:v>23988.771000000012</c:v>
                </c:pt>
                <c:pt idx="1128">
                  <c:v>24072.571000000011</c:v>
                </c:pt>
                <c:pt idx="1129">
                  <c:v>24065.571000000011</c:v>
                </c:pt>
                <c:pt idx="1130">
                  <c:v>24068.971000000012</c:v>
                </c:pt>
                <c:pt idx="1131">
                  <c:v>24084.171000000013</c:v>
                </c:pt>
                <c:pt idx="1132">
                  <c:v>24104.971000000012</c:v>
                </c:pt>
                <c:pt idx="1133">
                  <c:v>24144.171000000013</c:v>
                </c:pt>
                <c:pt idx="1134">
                  <c:v>24155.571000000011</c:v>
                </c:pt>
                <c:pt idx="1135">
                  <c:v>24182.771000000012</c:v>
                </c:pt>
                <c:pt idx="1136">
                  <c:v>24191.971000000012</c:v>
                </c:pt>
                <c:pt idx="1137">
                  <c:v>24194.771000000012</c:v>
                </c:pt>
                <c:pt idx="1138">
                  <c:v>24178.37100000001</c:v>
                </c:pt>
                <c:pt idx="1139">
                  <c:v>24192.771000000012</c:v>
                </c:pt>
                <c:pt idx="1140">
                  <c:v>24201.771000000012</c:v>
                </c:pt>
                <c:pt idx="1141">
                  <c:v>24239.971000000012</c:v>
                </c:pt>
                <c:pt idx="1142">
                  <c:v>24283.171000000013</c:v>
                </c:pt>
                <c:pt idx="1143">
                  <c:v>24276.571000000014</c:v>
                </c:pt>
                <c:pt idx="1144">
                  <c:v>24282.771000000015</c:v>
                </c:pt>
                <c:pt idx="1145">
                  <c:v>24298.171000000017</c:v>
                </c:pt>
                <c:pt idx="1146">
                  <c:v>24327.771000000015</c:v>
                </c:pt>
                <c:pt idx="1147">
                  <c:v>24332.771000000015</c:v>
                </c:pt>
                <c:pt idx="1148">
                  <c:v>24337.771000000015</c:v>
                </c:pt>
                <c:pt idx="1149">
                  <c:v>24337.171000000017</c:v>
                </c:pt>
                <c:pt idx="1150">
                  <c:v>24361.971000000016</c:v>
                </c:pt>
                <c:pt idx="1151">
                  <c:v>24396.771000000015</c:v>
                </c:pt>
                <c:pt idx="1152">
                  <c:v>24445.571000000014</c:v>
                </c:pt>
                <c:pt idx="1153">
                  <c:v>24453.771000000015</c:v>
                </c:pt>
                <c:pt idx="1154">
                  <c:v>24459.771000000015</c:v>
                </c:pt>
                <c:pt idx="1155">
                  <c:v>24477.571000000014</c:v>
                </c:pt>
                <c:pt idx="1156">
                  <c:v>24488.171000000013</c:v>
                </c:pt>
                <c:pt idx="1157">
                  <c:v>24528.171000000013</c:v>
                </c:pt>
                <c:pt idx="1158">
                  <c:v>24533.571000000014</c:v>
                </c:pt>
                <c:pt idx="1159">
                  <c:v>24536.771000000015</c:v>
                </c:pt>
                <c:pt idx="1160">
                  <c:v>24540.371000000014</c:v>
                </c:pt>
                <c:pt idx="1161">
                  <c:v>24560.571000000014</c:v>
                </c:pt>
                <c:pt idx="1162">
                  <c:v>24584.971000000016</c:v>
                </c:pt>
                <c:pt idx="1163">
                  <c:v>24589.171000000017</c:v>
                </c:pt>
                <c:pt idx="1164">
                  <c:v>24597.571000000018</c:v>
                </c:pt>
                <c:pt idx="1165">
                  <c:v>24606.571000000018</c:v>
                </c:pt>
                <c:pt idx="1166">
                  <c:v>24599.371000000017</c:v>
                </c:pt>
                <c:pt idx="1167">
                  <c:v>24607.771000000015</c:v>
                </c:pt>
                <c:pt idx="1168">
                  <c:v>24608.371000000014</c:v>
                </c:pt>
                <c:pt idx="1169">
                  <c:v>24601.971000000012</c:v>
                </c:pt>
                <c:pt idx="1170">
                  <c:v>24620.371000000014</c:v>
                </c:pt>
                <c:pt idx="1171">
                  <c:v>24603.771000000015</c:v>
                </c:pt>
                <c:pt idx="1172">
                  <c:v>24587.171000000017</c:v>
                </c:pt>
                <c:pt idx="1173">
                  <c:v>24579.371000000017</c:v>
                </c:pt>
                <c:pt idx="1174">
                  <c:v>24580.371000000017</c:v>
                </c:pt>
                <c:pt idx="1175">
                  <c:v>24553.371000000017</c:v>
                </c:pt>
                <c:pt idx="1176">
                  <c:v>24559.971000000016</c:v>
                </c:pt>
                <c:pt idx="1177">
                  <c:v>24603.771000000015</c:v>
                </c:pt>
                <c:pt idx="1178">
                  <c:v>24593.571000000014</c:v>
                </c:pt>
                <c:pt idx="1179">
                  <c:v>24611.571000000014</c:v>
                </c:pt>
                <c:pt idx="1180">
                  <c:v>24621.971000000016</c:v>
                </c:pt>
                <c:pt idx="1181">
                  <c:v>24632.771000000015</c:v>
                </c:pt>
                <c:pt idx="1182">
                  <c:v>24646.171000000017</c:v>
                </c:pt>
                <c:pt idx="1183">
                  <c:v>24652.771000000015</c:v>
                </c:pt>
                <c:pt idx="1184">
                  <c:v>24665.971000000016</c:v>
                </c:pt>
                <c:pt idx="1185">
                  <c:v>24679.771000000015</c:v>
                </c:pt>
                <c:pt idx="1186">
                  <c:v>24708.371000000014</c:v>
                </c:pt>
                <c:pt idx="1187">
                  <c:v>24753.971000000012</c:v>
                </c:pt>
                <c:pt idx="1188">
                  <c:v>24752.571000000011</c:v>
                </c:pt>
                <c:pt idx="1189">
                  <c:v>24768.37100000001</c:v>
                </c:pt>
                <c:pt idx="1190">
                  <c:v>24778.771000000008</c:v>
                </c:pt>
                <c:pt idx="1191">
                  <c:v>24784.571000000007</c:v>
                </c:pt>
                <c:pt idx="1192">
                  <c:v>24766.171000000006</c:v>
                </c:pt>
                <c:pt idx="1193">
                  <c:v>24789.771000000004</c:v>
                </c:pt>
                <c:pt idx="1194">
                  <c:v>24790.571000000004</c:v>
                </c:pt>
                <c:pt idx="1195">
                  <c:v>24821.771000000004</c:v>
                </c:pt>
                <c:pt idx="1196">
                  <c:v>24921.771000000004</c:v>
                </c:pt>
                <c:pt idx="1197">
                  <c:v>24918.371000000006</c:v>
                </c:pt>
                <c:pt idx="1198">
                  <c:v>24904.171000000006</c:v>
                </c:pt>
                <c:pt idx="1199">
                  <c:v>24910.971000000005</c:v>
                </c:pt>
                <c:pt idx="1200">
                  <c:v>24940.571000000004</c:v>
                </c:pt>
                <c:pt idx="1201">
                  <c:v>24968.771000000004</c:v>
                </c:pt>
                <c:pt idx="1202">
                  <c:v>25028.371000000003</c:v>
                </c:pt>
                <c:pt idx="1203">
                  <c:v>25065.371000000003</c:v>
                </c:pt>
                <c:pt idx="1204">
                  <c:v>25079.771000000004</c:v>
                </c:pt>
                <c:pt idx="1205">
                  <c:v>25131.571000000004</c:v>
                </c:pt>
                <c:pt idx="1206">
                  <c:v>25140.171000000002</c:v>
                </c:pt>
                <c:pt idx="1207">
                  <c:v>25157.971000000001</c:v>
                </c:pt>
                <c:pt idx="1208">
                  <c:v>25160.771000000001</c:v>
                </c:pt>
                <c:pt idx="1209">
                  <c:v>25179.171000000002</c:v>
                </c:pt>
                <c:pt idx="1210">
                  <c:v>25122.171000000002</c:v>
                </c:pt>
                <c:pt idx="1211">
                  <c:v>25063.771000000001</c:v>
                </c:pt>
                <c:pt idx="1212">
                  <c:v>25024.771000000001</c:v>
                </c:pt>
                <c:pt idx="1213">
                  <c:v>25071.971000000001</c:v>
                </c:pt>
                <c:pt idx="1214">
                  <c:v>25069.571</c:v>
                </c:pt>
                <c:pt idx="1215">
                  <c:v>25070.971000000001</c:v>
                </c:pt>
                <c:pt idx="1216">
                  <c:v>25083.771000000001</c:v>
                </c:pt>
                <c:pt idx="1217">
                  <c:v>25088.571</c:v>
                </c:pt>
                <c:pt idx="1218">
                  <c:v>25084.971000000001</c:v>
                </c:pt>
                <c:pt idx="1219">
                  <c:v>25095.571</c:v>
                </c:pt>
                <c:pt idx="1220">
                  <c:v>25118.771000000001</c:v>
                </c:pt>
                <c:pt idx="1221">
                  <c:v>25119.971000000001</c:v>
                </c:pt>
                <c:pt idx="1222">
                  <c:v>25102.771000000001</c:v>
                </c:pt>
                <c:pt idx="1223">
                  <c:v>25076.171000000002</c:v>
                </c:pt>
                <c:pt idx="1224">
                  <c:v>25078.571000000004</c:v>
                </c:pt>
                <c:pt idx="1225">
                  <c:v>25063.971000000005</c:v>
                </c:pt>
                <c:pt idx="1226">
                  <c:v>25119.371000000006</c:v>
                </c:pt>
                <c:pt idx="1227">
                  <c:v>25111.371000000006</c:v>
                </c:pt>
                <c:pt idx="1228">
                  <c:v>25109.971000000005</c:v>
                </c:pt>
                <c:pt idx="1229">
                  <c:v>25119.771000000004</c:v>
                </c:pt>
                <c:pt idx="1230">
                  <c:v>25170.771000000004</c:v>
                </c:pt>
                <c:pt idx="1231">
                  <c:v>25171.771000000004</c:v>
                </c:pt>
                <c:pt idx="1232">
                  <c:v>25171.571000000004</c:v>
                </c:pt>
                <c:pt idx="1233">
                  <c:v>25155.371000000003</c:v>
                </c:pt>
                <c:pt idx="1234">
                  <c:v>25156.571000000004</c:v>
                </c:pt>
                <c:pt idx="1235">
                  <c:v>25109.571000000004</c:v>
                </c:pt>
                <c:pt idx="1236">
                  <c:v>25109.171000000002</c:v>
                </c:pt>
                <c:pt idx="1237">
                  <c:v>25113.571000000004</c:v>
                </c:pt>
                <c:pt idx="1238">
                  <c:v>25148.171000000002</c:v>
                </c:pt>
                <c:pt idx="1239">
                  <c:v>25151.171000000002</c:v>
                </c:pt>
                <c:pt idx="1240">
                  <c:v>25175.771000000001</c:v>
                </c:pt>
                <c:pt idx="1241">
                  <c:v>25199.171000000002</c:v>
                </c:pt>
                <c:pt idx="1242">
                  <c:v>25205.971000000001</c:v>
                </c:pt>
                <c:pt idx="1243">
                  <c:v>25201.171000000002</c:v>
                </c:pt>
                <c:pt idx="1244">
                  <c:v>25189.771000000001</c:v>
                </c:pt>
                <c:pt idx="1245">
                  <c:v>25194.571</c:v>
                </c:pt>
                <c:pt idx="1246">
                  <c:v>25187.771000000001</c:v>
                </c:pt>
                <c:pt idx="1247">
                  <c:v>25201.971000000001</c:v>
                </c:pt>
                <c:pt idx="1248">
                  <c:v>25224.171000000002</c:v>
                </c:pt>
                <c:pt idx="1249">
                  <c:v>25240.371000000003</c:v>
                </c:pt>
                <c:pt idx="1250">
                  <c:v>25256.571000000004</c:v>
                </c:pt>
                <c:pt idx="1251">
                  <c:v>25243.771000000004</c:v>
                </c:pt>
                <c:pt idx="1252">
                  <c:v>25264.771000000004</c:v>
                </c:pt>
                <c:pt idx="1253">
                  <c:v>25250.771000000004</c:v>
                </c:pt>
                <c:pt idx="1254">
                  <c:v>25166.371000000003</c:v>
                </c:pt>
                <c:pt idx="1255">
                  <c:v>25043.571000000004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109400"/>
        <c:axId val="191582792"/>
      </c:areaChart>
      <c:catAx>
        <c:axId val="192109400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1582792"/>
        <c:crosses val="autoZero"/>
        <c:auto val="1"/>
        <c:lblAlgn val="ctr"/>
        <c:lblOffset val="100"/>
        <c:noMultiLvlLbl val="0"/>
      </c:catAx>
      <c:valAx>
        <c:axId val="191582792"/>
        <c:scaling>
          <c:orientation val="minMax"/>
          <c:max val="26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21094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5.4356636077424886E-2"/>
          <c:y val="3.7476859696335442E-2"/>
          <c:w val="0.86610558716656771"/>
          <c:h val="0.8948382338283668"/>
        </c:manualLayout>
      </c:layout>
      <c:lineChart>
        <c:grouping val="standard"/>
        <c:varyColors val="0"/>
        <c:ser>
          <c:idx val="0"/>
          <c:order val="0"/>
          <c:tx>
            <c:strRef>
              <c:f>graph!$J$1</c:f>
              <c:strCache>
                <c:ptCount val="1"/>
                <c:pt idx="0">
                  <c:v>A06</c:v>
                </c:pt>
              </c:strCache>
            </c:strRef>
          </c:tx>
          <c:marker>
            <c:symbol val="none"/>
          </c:marker>
          <c:cat>
            <c:numRef>
              <c:f>graph!$I$2:$I$168</c:f>
              <c:numCache>
                <c:formatCode>yyyy/m/d</c:formatCode>
                <c:ptCount val="167"/>
                <c:pt idx="0">
                  <c:v>41354</c:v>
                </c:pt>
                <c:pt idx="1">
                  <c:v>41355</c:v>
                </c:pt>
                <c:pt idx="2">
                  <c:v>41358</c:v>
                </c:pt>
                <c:pt idx="3">
                  <c:v>41359</c:v>
                </c:pt>
                <c:pt idx="4">
                  <c:v>41360</c:v>
                </c:pt>
                <c:pt idx="5">
                  <c:v>41361</c:v>
                </c:pt>
                <c:pt idx="6">
                  <c:v>41362</c:v>
                </c:pt>
                <c:pt idx="7">
                  <c:v>41365</c:v>
                </c:pt>
                <c:pt idx="8">
                  <c:v>41366</c:v>
                </c:pt>
                <c:pt idx="9">
                  <c:v>41367</c:v>
                </c:pt>
                <c:pt idx="10">
                  <c:v>41372</c:v>
                </c:pt>
                <c:pt idx="11">
                  <c:v>41373</c:v>
                </c:pt>
                <c:pt idx="12">
                  <c:v>41374</c:v>
                </c:pt>
                <c:pt idx="13">
                  <c:v>41375</c:v>
                </c:pt>
                <c:pt idx="14">
                  <c:v>41376</c:v>
                </c:pt>
                <c:pt idx="15">
                  <c:v>41379</c:v>
                </c:pt>
                <c:pt idx="16">
                  <c:v>41380</c:v>
                </c:pt>
                <c:pt idx="17">
                  <c:v>41381</c:v>
                </c:pt>
                <c:pt idx="18">
                  <c:v>41382</c:v>
                </c:pt>
                <c:pt idx="19">
                  <c:v>41383</c:v>
                </c:pt>
                <c:pt idx="20">
                  <c:v>41386</c:v>
                </c:pt>
                <c:pt idx="21">
                  <c:v>41387</c:v>
                </c:pt>
                <c:pt idx="22">
                  <c:v>41388</c:v>
                </c:pt>
                <c:pt idx="23">
                  <c:v>41389</c:v>
                </c:pt>
                <c:pt idx="24">
                  <c:v>41390</c:v>
                </c:pt>
                <c:pt idx="25">
                  <c:v>41396</c:v>
                </c:pt>
                <c:pt idx="26">
                  <c:v>41397</c:v>
                </c:pt>
                <c:pt idx="27">
                  <c:v>41400</c:v>
                </c:pt>
                <c:pt idx="28">
                  <c:v>41401</c:v>
                </c:pt>
                <c:pt idx="29">
                  <c:v>41402</c:v>
                </c:pt>
                <c:pt idx="30">
                  <c:v>41403</c:v>
                </c:pt>
                <c:pt idx="31">
                  <c:v>41404</c:v>
                </c:pt>
                <c:pt idx="32">
                  <c:v>41407</c:v>
                </c:pt>
                <c:pt idx="33">
                  <c:v>41408</c:v>
                </c:pt>
                <c:pt idx="34">
                  <c:v>41409</c:v>
                </c:pt>
                <c:pt idx="35">
                  <c:v>41410</c:v>
                </c:pt>
                <c:pt idx="36">
                  <c:v>41411</c:v>
                </c:pt>
                <c:pt idx="37">
                  <c:v>41414</c:v>
                </c:pt>
                <c:pt idx="38">
                  <c:v>41415</c:v>
                </c:pt>
                <c:pt idx="39">
                  <c:v>41416</c:v>
                </c:pt>
                <c:pt idx="40">
                  <c:v>41417</c:v>
                </c:pt>
                <c:pt idx="41">
                  <c:v>41418</c:v>
                </c:pt>
                <c:pt idx="42">
                  <c:v>41421</c:v>
                </c:pt>
                <c:pt idx="43">
                  <c:v>41422</c:v>
                </c:pt>
                <c:pt idx="44">
                  <c:v>41423</c:v>
                </c:pt>
                <c:pt idx="45">
                  <c:v>41424</c:v>
                </c:pt>
                <c:pt idx="46">
                  <c:v>41425</c:v>
                </c:pt>
                <c:pt idx="47">
                  <c:v>41428</c:v>
                </c:pt>
                <c:pt idx="48">
                  <c:v>41429</c:v>
                </c:pt>
                <c:pt idx="49">
                  <c:v>41430</c:v>
                </c:pt>
                <c:pt idx="50">
                  <c:v>41431</c:v>
                </c:pt>
                <c:pt idx="51">
                  <c:v>41432</c:v>
                </c:pt>
                <c:pt idx="52">
                  <c:v>41438</c:v>
                </c:pt>
                <c:pt idx="53">
                  <c:v>41439</c:v>
                </c:pt>
                <c:pt idx="54">
                  <c:v>41442</c:v>
                </c:pt>
                <c:pt idx="55">
                  <c:v>41443</c:v>
                </c:pt>
                <c:pt idx="56">
                  <c:v>41444</c:v>
                </c:pt>
                <c:pt idx="57">
                  <c:v>41445</c:v>
                </c:pt>
                <c:pt idx="58">
                  <c:v>41446</c:v>
                </c:pt>
                <c:pt idx="59">
                  <c:v>41449</c:v>
                </c:pt>
                <c:pt idx="60">
                  <c:v>41450</c:v>
                </c:pt>
                <c:pt idx="61">
                  <c:v>41451</c:v>
                </c:pt>
                <c:pt idx="62">
                  <c:v>41452</c:v>
                </c:pt>
                <c:pt idx="63">
                  <c:v>41453</c:v>
                </c:pt>
                <c:pt idx="64">
                  <c:v>41456</c:v>
                </c:pt>
                <c:pt idx="65">
                  <c:v>41457</c:v>
                </c:pt>
                <c:pt idx="66">
                  <c:v>41458</c:v>
                </c:pt>
                <c:pt idx="67">
                  <c:v>41459</c:v>
                </c:pt>
                <c:pt idx="68">
                  <c:v>41460</c:v>
                </c:pt>
                <c:pt idx="69">
                  <c:v>41463</c:v>
                </c:pt>
                <c:pt idx="70">
                  <c:v>41464</c:v>
                </c:pt>
                <c:pt idx="71">
                  <c:v>41465</c:v>
                </c:pt>
                <c:pt idx="72">
                  <c:v>41466</c:v>
                </c:pt>
                <c:pt idx="73">
                  <c:v>41467</c:v>
                </c:pt>
                <c:pt idx="74">
                  <c:v>41470</c:v>
                </c:pt>
                <c:pt idx="75">
                  <c:v>41471</c:v>
                </c:pt>
                <c:pt idx="76">
                  <c:v>41472</c:v>
                </c:pt>
                <c:pt idx="77">
                  <c:v>41473</c:v>
                </c:pt>
                <c:pt idx="78">
                  <c:v>41474</c:v>
                </c:pt>
                <c:pt idx="79">
                  <c:v>41477</c:v>
                </c:pt>
                <c:pt idx="80">
                  <c:v>41478</c:v>
                </c:pt>
                <c:pt idx="81">
                  <c:v>41479</c:v>
                </c:pt>
                <c:pt idx="82">
                  <c:v>41480</c:v>
                </c:pt>
                <c:pt idx="83">
                  <c:v>41481</c:v>
                </c:pt>
                <c:pt idx="84">
                  <c:v>41484</c:v>
                </c:pt>
                <c:pt idx="85">
                  <c:v>41485</c:v>
                </c:pt>
                <c:pt idx="86">
                  <c:v>41486</c:v>
                </c:pt>
                <c:pt idx="87">
                  <c:v>41487</c:v>
                </c:pt>
                <c:pt idx="88">
                  <c:v>41488</c:v>
                </c:pt>
                <c:pt idx="89">
                  <c:v>41491</c:v>
                </c:pt>
                <c:pt idx="90">
                  <c:v>41492</c:v>
                </c:pt>
                <c:pt idx="91">
                  <c:v>41493</c:v>
                </c:pt>
                <c:pt idx="92">
                  <c:v>41494</c:v>
                </c:pt>
                <c:pt idx="93">
                  <c:v>41495</c:v>
                </c:pt>
                <c:pt idx="94">
                  <c:v>41498</c:v>
                </c:pt>
                <c:pt idx="95">
                  <c:v>41499</c:v>
                </c:pt>
                <c:pt idx="96">
                  <c:v>41500</c:v>
                </c:pt>
                <c:pt idx="97">
                  <c:v>41501</c:v>
                </c:pt>
                <c:pt idx="98">
                  <c:v>41502</c:v>
                </c:pt>
                <c:pt idx="99">
                  <c:v>41505</c:v>
                </c:pt>
                <c:pt idx="100">
                  <c:v>41506</c:v>
                </c:pt>
                <c:pt idx="101">
                  <c:v>41507</c:v>
                </c:pt>
                <c:pt idx="102">
                  <c:v>41508</c:v>
                </c:pt>
                <c:pt idx="103">
                  <c:v>41509</c:v>
                </c:pt>
                <c:pt idx="104">
                  <c:v>41512</c:v>
                </c:pt>
                <c:pt idx="105">
                  <c:v>41513</c:v>
                </c:pt>
                <c:pt idx="106">
                  <c:v>41514</c:v>
                </c:pt>
                <c:pt idx="107">
                  <c:v>41515</c:v>
                </c:pt>
                <c:pt idx="108">
                  <c:v>41516</c:v>
                </c:pt>
                <c:pt idx="109">
                  <c:v>41519</c:v>
                </c:pt>
                <c:pt idx="110">
                  <c:v>41520</c:v>
                </c:pt>
                <c:pt idx="111">
                  <c:v>41521</c:v>
                </c:pt>
                <c:pt idx="112">
                  <c:v>41522</c:v>
                </c:pt>
                <c:pt idx="113">
                  <c:v>41523</c:v>
                </c:pt>
                <c:pt idx="114">
                  <c:v>41526</c:v>
                </c:pt>
                <c:pt idx="115">
                  <c:v>41527</c:v>
                </c:pt>
                <c:pt idx="116">
                  <c:v>41528</c:v>
                </c:pt>
                <c:pt idx="117">
                  <c:v>41529</c:v>
                </c:pt>
                <c:pt idx="118">
                  <c:v>41530</c:v>
                </c:pt>
                <c:pt idx="119">
                  <c:v>41533</c:v>
                </c:pt>
                <c:pt idx="120">
                  <c:v>41534</c:v>
                </c:pt>
                <c:pt idx="121">
                  <c:v>41535</c:v>
                </c:pt>
                <c:pt idx="122">
                  <c:v>41540</c:v>
                </c:pt>
                <c:pt idx="123">
                  <c:v>41541</c:v>
                </c:pt>
                <c:pt idx="124">
                  <c:v>41542</c:v>
                </c:pt>
                <c:pt idx="125">
                  <c:v>41543</c:v>
                </c:pt>
                <c:pt idx="126">
                  <c:v>41544</c:v>
                </c:pt>
                <c:pt idx="127">
                  <c:v>41547</c:v>
                </c:pt>
                <c:pt idx="128">
                  <c:v>41555</c:v>
                </c:pt>
                <c:pt idx="129">
                  <c:v>41556</c:v>
                </c:pt>
                <c:pt idx="130">
                  <c:v>41557</c:v>
                </c:pt>
                <c:pt idx="131">
                  <c:v>41558</c:v>
                </c:pt>
                <c:pt idx="132">
                  <c:v>41561</c:v>
                </c:pt>
                <c:pt idx="133">
                  <c:v>41562</c:v>
                </c:pt>
                <c:pt idx="134">
                  <c:v>41563</c:v>
                </c:pt>
                <c:pt idx="135">
                  <c:v>41564</c:v>
                </c:pt>
                <c:pt idx="136">
                  <c:v>41565</c:v>
                </c:pt>
                <c:pt idx="137">
                  <c:v>41568</c:v>
                </c:pt>
                <c:pt idx="138">
                  <c:v>41569</c:v>
                </c:pt>
                <c:pt idx="139">
                  <c:v>41570</c:v>
                </c:pt>
                <c:pt idx="140">
                  <c:v>41571</c:v>
                </c:pt>
                <c:pt idx="141">
                  <c:v>41572</c:v>
                </c:pt>
                <c:pt idx="142">
                  <c:v>41575</c:v>
                </c:pt>
                <c:pt idx="143">
                  <c:v>41576</c:v>
                </c:pt>
                <c:pt idx="144">
                  <c:v>41577</c:v>
                </c:pt>
                <c:pt idx="145">
                  <c:v>41578</c:v>
                </c:pt>
                <c:pt idx="146">
                  <c:v>41579</c:v>
                </c:pt>
                <c:pt idx="147">
                  <c:v>41582</c:v>
                </c:pt>
                <c:pt idx="148">
                  <c:v>41583</c:v>
                </c:pt>
                <c:pt idx="149">
                  <c:v>41584</c:v>
                </c:pt>
                <c:pt idx="150">
                  <c:v>41585</c:v>
                </c:pt>
                <c:pt idx="151">
                  <c:v>41586</c:v>
                </c:pt>
                <c:pt idx="152">
                  <c:v>41589</c:v>
                </c:pt>
                <c:pt idx="153">
                  <c:v>41590</c:v>
                </c:pt>
                <c:pt idx="154">
                  <c:v>41591</c:v>
                </c:pt>
                <c:pt idx="155">
                  <c:v>41592</c:v>
                </c:pt>
                <c:pt idx="156">
                  <c:v>41593</c:v>
                </c:pt>
                <c:pt idx="157">
                  <c:v>41596</c:v>
                </c:pt>
                <c:pt idx="158">
                  <c:v>41597</c:v>
                </c:pt>
                <c:pt idx="159">
                  <c:v>41598</c:v>
                </c:pt>
                <c:pt idx="160">
                  <c:v>41599</c:v>
                </c:pt>
                <c:pt idx="161">
                  <c:v>41600</c:v>
                </c:pt>
                <c:pt idx="162">
                  <c:v>41603</c:v>
                </c:pt>
                <c:pt idx="163">
                  <c:v>41604</c:v>
                </c:pt>
                <c:pt idx="164">
                  <c:v>41605</c:v>
                </c:pt>
                <c:pt idx="165">
                  <c:v>41606</c:v>
                </c:pt>
                <c:pt idx="166">
                  <c:v>41607</c:v>
                </c:pt>
              </c:numCache>
            </c:numRef>
          </c:cat>
          <c:val>
            <c:numRef>
              <c:f>graph!$J$2:$J$168</c:f>
              <c:numCache>
                <c:formatCode>###,###,###,##0.00</c:formatCode>
                <c:ptCount val="167"/>
                <c:pt idx="0">
                  <c:v>1</c:v>
                </c:pt>
                <c:pt idx="1">
                  <c:v>1.0283685668978695</c:v>
                </c:pt>
                <c:pt idx="2">
                  <c:v>1.0304135161742265</c:v>
                </c:pt>
                <c:pt idx="3">
                  <c:v>1.0482014558266015</c:v>
                </c:pt>
                <c:pt idx="4">
                  <c:v>1.0502779509498881</c:v>
                </c:pt>
                <c:pt idx="5">
                  <c:v>1.0474333895386958</c:v>
                </c:pt>
                <c:pt idx="6">
                  <c:v>1.048511752589119</c:v>
                </c:pt>
                <c:pt idx="7">
                  <c:v>1.0522811991522951</c:v>
                </c:pt>
                <c:pt idx="8">
                  <c:v>1.0456867470026507</c:v>
                </c:pt>
                <c:pt idx="9">
                  <c:v>1.0428227808479378</c:v>
                </c:pt>
                <c:pt idx="10">
                  <c:v>1.0426535383937523</c:v>
                </c:pt>
                <c:pt idx="11">
                  <c:v>1.039729380435076</c:v>
                </c:pt>
                <c:pt idx="12">
                  <c:v>1.0752305728690308</c:v>
                </c:pt>
                <c:pt idx="13">
                  <c:v>1.0681774670453725</c:v>
                </c:pt>
                <c:pt idx="14">
                  <c:v>1.0661904684673713</c:v>
                </c:pt>
                <c:pt idx="15">
                  <c:v>1.0719789980960097</c:v>
                </c:pt>
                <c:pt idx="16">
                  <c:v>1.0734853508661071</c:v>
                </c:pt>
                <c:pt idx="17">
                  <c:v>1.0763388254578301</c:v>
                </c:pt>
                <c:pt idx="18">
                  <c:v>1.0660839559812922</c:v>
                </c:pt>
                <c:pt idx="19">
                  <c:v>1.064471597337171</c:v>
                </c:pt>
                <c:pt idx="20">
                  <c:v>1.0751597559144936</c:v>
                </c:pt>
                <c:pt idx="21">
                  <c:v>1.0739782107475981</c:v>
                </c:pt>
                <c:pt idx="22">
                  <c:v>1.0806761261320001</c:v>
                </c:pt>
                <c:pt idx="23">
                  <c:v>1.0764369602972281</c:v>
                </c:pt>
                <c:pt idx="24">
                  <c:v>1.0748645987086558</c:v>
                </c:pt>
                <c:pt idx="25">
                  <c:v>1.0626396889177678</c:v>
                </c:pt>
                <c:pt idx="26">
                  <c:v>1.0663149362235795</c:v>
                </c:pt>
                <c:pt idx="27">
                  <c:v>1.0640420081169581</c:v>
                </c:pt>
                <c:pt idx="28">
                  <c:v>1.063287113095426</c:v>
                </c:pt>
                <c:pt idx="29">
                  <c:v>1.0717043848820949</c:v>
                </c:pt>
                <c:pt idx="30">
                  <c:v>1.0697894813833877</c:v>
                </c:pt>
                <c:pt idx="31">
                  <c:v>1.07956771941079</c:v>
                </c:pt>
                <c:pt idx="32">
                  <c:v>1.1010840265187376</c:v>
                </c:pt>
                <c:pt idx="33">
                  <c:v>1.0962216968738359</c:v>
                </c:pt>
                <c:pt idx="34">
                  <c:v>1.0805609270317118</c:v>
                </c:pt>
                <c:pt idx="35">
                  <c:v>1.0591929093757495</c:v>
                </c:pt>
                <c:pt idx="36">
                  <c:v>1.055747449140594</c:v>
                </c:pt>
                <c:pt idx="37">
                  <c:v>1.0459350880650955</c:v>
                </c:pt>
                <c:pt idx="38">
                  <c:v>1.0701761153152971</c:v>
                </c:pt>
                <c:pt idx="39">
                  <c:v>1.0163379184228933</c:v>
                </c:pt>
                <c:pt idx="40">
                  <c:v>1.0050423804333106</c:v>
                </c:pt>
                <c:pt idx="41">
                  <c:v>1.0059507424059058</c:v>
                </c:pt>
                <c:pt idx="42">
                  <c:v>1.0138387145613164</c:v>
                </c:pt>
                <c:pt idx="43">
                  <c:v>1.0105106406642979</c:v>
                </c:pt>
                <c:pt idx="44">
                  <c:v>1.0090587028671678</c:v>
                </c:pt>
                <c:pt idx="45">
                  <c:v>1.0176963515108537</c:v>
                </c:pt>
                <c:pt idx="46">
                  <c:v>1.0230924294163941</c:v>
                </c:pt>
                <c:pt idx="47">
                  <c:v>1.0213528944833641</c:v>
                </c:pt>
                <c:pt idx="48">
                  <c:v>1.0167687381319828</c:v>
                </c:pt>
                <c:pt idx="49">
                  <c:v>1.0225016147909498</c:v>
                </c:pt>
                <c:pt idx="50">
                  <c:v>1.0169175308859277</c:v>
                </c:pt>
                <c:pt idx="51">
                  <c:v>1.0090963696662631</c:v>
                </c:pt>
                <c:pt idx="52">
                  <c:v>1.0095547270399028</c:v>
                </c:pt>
                <c:pt idx="53">
                  <c:v>1.0171055618073037</c:v>
                </c:pt>
                <c:pt idx="54">
                  <c:v>1.019414970736336</c:v>
                </c:pt>
                <c:pt idx="55">
                  <c:v>1.0221727257979969</c:v>
                </c:pt>
                <c:pt idx="56">
                  <c:v>1.027734572082788</c:v>
                </c:pt>
                <c:pt idx="57">
                  <c:v>1.0252945030425598</c:v>
                </c:pt>
                <c:pt idx="58">
                  <c:v>1.0218514630674198</c:v>
                </c:pt>
                <c:pt idx="59">
                  <c:v>1.0095851056932863</c:v>
                </c:pt>
                <c:pt idx="60">
                  <c:v>1.0208165264157782</c:v>
                </c:pt>
                <c:pt idx="61">
                  <c:v>1.0353663877198374</c:v>
                </c:pt>
                <c:pt idx="62">
                  <c:v>1.0251459367694</c:v>
                </c:pt>
                <c:pt idx="63">
                  <c:v>1.0120845519062203</c:v>
                </c:pt>
                <c:pt idx="64">
                  <c:v>1.0160961029199858</c:v>
                </c:pt>
                <c:pt idx="65">
                  <c:v>1.0402730895587879</c:v>
                </c:pt>
                <c:pt idx="66">
                  <c:v>1.0526919604584859</c:v>
                </c:pt>
                <c:pt idx="67">
                  <c:v>1.0538756291653835</c:v>
                </c:pt>
                <c:pt idx="68">
                  <c:v>1.0475765480348498</c:v>
                </c:pt>
                <c:pt idx="69">
                  <c:v>1.0385572827603859</c:v>
                </c:pt>
                <c:pt idx="70">
                  <c:v>1.0355771221546839</c:v>
                </c:pt>
                <c:pt idx="71">
                  <c:v>1.0439945351619715</c:v>
                </c:pt>
                <c:pt idx="72">
                  <c:v>1.0352494825066498</c:v>
                </c:pt>
                <c:pt idx="73">
                  <c:v>1.0338849809531294</c:v>
                </c:pt>
                <c:pt idx="74">
                  <c:v>1.0420919602243304</c:v>
                </c:pt>
                <c:pt idx="75">
                  <c:v>1.048843338689714</c:v>
                </c:pt>
                <c:pt idx="76">
                  <c:v>1.0379625041137601</c:v>
                </c:pt>
                <c:pt idx="77">
                  <c:v>1.0468789637403881</c:v>
                </c:pt>
                <c:pt idx="78">
                  <c:v>1.044916065611492</c:v>
                </c:pt>
                <c:pt idx="79">
                  <c:v>1.0582612778372438</c:v>
                </c:pt>
                <c:pt idx="80">
                  <c:v>1.0680807215796981</c:v>
                </c:pt>
                <c:pt idx="81">
                  <c:v>1.0759416478148942</c:v>
                </c:pt>
                <c:pt idx="82">
                  <c:v>1.0719731944253179</c:v>
                </c:pt>
                <c:pt idx="83">
                  <c:v>1.0877161511289204</c:v>
                </c:pt>
                <c:pt idx="84">
                  <c:v>1.0951329523958047</c:v>
                </c:pt>
                <c:pt idx="85">
                  <c:v>1.0901754144576683</c:v>
                </c:pt>
                <c:pt idx="86">
                  <c:v>1.0846984737462471</c:v>
                </c:pt>
                <c:pt idx="87">
                  <c:v>1.0928328645673338</c:v>
                </c:pt>
                <c:pt idx="88">
                  <c:v>1.0932557606307902</c:v>
                </c:pt>
                <c:pt idx="89">
                  <c:v>1.1012482006232749</c:v>
                </c:pt>
                <c:pt idx="90">
                  <c:v>1.1102740514050624</c:v>
                </c:pt>
                <c:pt idx="91">
                  <c:v>1.1009316737620598</c:v>
                </c:pt>
                <c:pt idx="92">
                  <c:v>1.1044950624768641</c:v>
                </c:pt>
                <c:pt idx="93">
                  <c:v>1.1004374256563121</c:v>
                </c:pt>
                <c:pt idx="94">
                  <c:v>1.1110159062084075</c:v>
                </c:pt>
                <c:pt idx="95">
                  <c:v>1.1241487387278821</c:v>
                </c:pt>
                <c:pt idx="96">
                  <c:v>1.1211911440263993</c:v>
                </c:pt>
                <c:pt idx="97">
                  <c:v>1.1124444513738547</c:v>
                </c:pt>
                <c:pt idx="98">
                  <c:v>1.1074709494330461</c:v>
                </c:pt>
                <c:pt idx="99">
                  <c:v>1.1215305631323202</c:v>
                </c:pt>
                <c:pt idx="100">
                  <c:v>1.1440669890782866</c:v>
                </c:pt>
                <c:pt idx="101">
                  <c:v>1.1527142031316202</c:v>
                </c:pt>
                <c:pt idx="102">
                  <c:v>1.1544155699809846</c:v>
                </c:pt>
                <c:pt idx="103">
                  <c:v>1.1612565780880901</c:v>
                </c:pt>
                <c:pt idx="104">
                  <c:v>1.1714004205169477</c:v>
                </c:pt>
                <c:pt idx="105">
                  <c:v>1.1810005000022341</c:v>
                </c:pt>
                <c:pt idx="106">
                  <c:v>1.1741669897919542</c:v>
                </c:pt>
                <c:pt idx="107">
                  <c:v>1.1560843539947341</c:v>
                </c:pt>
                <c:pt idx="108">
                  <c:v>1.1450491744550668</c:v>
                </c:pt>
                <c:pt idx="109">
                  <c:v>1.1405922584039954</c:v>
                </c:pt>
                <c:pt idx="110">
                  <c:v>1.146933182531866</c:v>
                </c:pt>
                <c:pt idx="111">
                  <c:v>1.1489673794604001</c:v>
                </c:pt>
                <c:pt idx="112">
                  <c:v>1.1506765415687561</c:v>
                </c:pt>
                <c:pt idx="113">
                  <c:v>1.1566281853708087</c:v>
                </c:pt>
                <c:pt idx="114">
                  <c:v>1.1627501567585106</c:v>
                </c:pt>
                <c:pt idx="115">
                  <c:v>1.1687092289823473</c:v>
                </c:pt>
                <c:pt idx="116">
                  <c:v>1.1647213669287433</c:v>
                </c:pt>
                <c:pt idx="117">
                  <c:v>1.1614885646678865</c:v>
                </c:pt>
                <c:pt idx="118">
                  <c:v>1.1684301996567865</c:v>
                </c:pt>
                <c:pt idx="119">
                  <c:v>1.1743645611957387</c:v>
                </c:pt>
                <c:pt idx="120">
                  <c:v>1.1717117722911912</c:v>
                </c:pt>
                <c:pt idx="121">
                  <c:v>1.1723978101341559</c:v>
                </c:pt>
                <c:pt idx="122">
                  <c:v>1.1769928319397298</c:v>
                </c:pt>
                <c:pt idx="123">
                  <c:v>1.1941142272384455</c:v>
                </c:pt>
                <c:pt idx="124">
                  <c:v>1.20462692648221</c:v>
                </c:pt>
                <c:pt idx="125">
                  <c:v>1.2068923132601181</c:v>
                </c:pt>
                <c:pt idx="126">
                  <c:v>1.1982654593611961</c:v>
                </c:pt>
                <c:pt idx="127">
                  <c:v>1.2018592318318082</c:v>
                </c:pt>
                <c:pt idx="128">
                  <c:v>1.2072179790120441</c:v>
                </c:pt>
                <c:pt idx="129">
                  <c:v>1.2222600120099663</c:v>
                </c:pt>
                <c:pt idx="130">
                  <c:v>1.2243414087930302</c:v>
                </c:pt>
                <c:pt idx="131">
                  <c:v>1.2326313592499216</c:v>
                </c:pt>
                <c:pt idx="132">
                  <c:v>1.2509816884162819</c:v>
                </c:pt>
                <c:pt idx="133" formatCode="###,###,###,##0.00000">
                  <c:v>1.2649221031263571</c:v>
                </c:pt>
                <c:pt idx="134" formatCode="###,###,###,##0.00000">
                  <c:v>1.2546569234515188</c:v>
                </c:pt>
                <c:pt idx="135" formatCode="###,###,###,##0.00000">
                  <c:v>1.2461675179713561</c:v>
                </c:pt>
                <c:pt idx="136" formatCode="###,###,###,##0.00000">
                  <c:v>1.2512231340241731</c:v>
                </c:pt>
                <c:pt idx="137" formatCode="###,###,###,##0.00000">
                  <c:v>1.2542988387806531</c:v>
                </c:pt>
                <c:pt idx="138" formatCode="###,###,###,##0.00000">
                  <c:v>1.2562274890310285</c:v>
                </c:pt>
                <c:pt idx="139" formatCode="###,###,###,##0.00000">
                  <c:v>1.2473419451442536</c:v>
                </c:pt>
                <c:pt idx="140" formatCode="###,###,###,##0.00000">
                  <c:v>1.2415045059468739</c:v>
                </c:pt>
                <c:pt idx="141" formatCode="###,###,###,##0.00000">
                  <c:v>1.2394942026333762</c:v>
                </c:pt>
                <c:pt idx="142" formatCode="###,###,###,##0.00000">
                  <c:v>1.2418220274434908</c:v>
                </c:pt>
                <c:pt idx="143" formatCode="###,###,###,##0.00000">
                  <c:v>1.2310954634065441</c:v>
                </c:pt>
                <c:pt idx="144" formatCode="###,###,###,##0.00000">
                  <c:v>1.2245834382479908</c:v>
                </c:pt>
                <c:pt idx="145" formatCode="###,###,###,##0.00000">
                  <c:v>1.2145617707972558</c:v>
                </c:pt>
                <c:pt idx="146" formatCode="###,###,###,##0.00000">
                  <c:v>1.2029916416206992</c:v>
                </c:pt>
                <c:pt idx="147" formatCode="###,###,###,##0.00000">
                  <c:v>1.2047813423495586</c:v>
                </c:pt>
                <c:pt idx="148" formatCode="###,###,###,##0.00000">
                  <c:v>1.2187469949334886</c:v>
                </c:pt>
                <c:pt idx="149" formatCode="###,###,###,##0.00000">
                  <c:v>1.2327607539850354</c:v>
                </c:pt>
                <c:pt idx="150" formatCode="###,###,###,##0.00000">
                  <c:v>1.2254848285241358</c:v>
                </c:pt>
                <c:pt idx="151" formatCode="###,###,###,##0.00000">
                  <c:v>1.2183371802417668</c:v>
                </c:pt>
                <c:pt idx="152" formatCode="###,###,###,##0.00000">
                  <c:v>1.2176964971644557</c:v>
                </c:pt>
                <c:pt idx="153" formatCode="###,###,###,##0.00000">
                  <c:v>1.2219638418626018</c:v>
                </c:pt>
                <c:pt idx="154" formatCode="###,###,###,##0.00000">
                  <c:v>1.2203102512196498</c:v>
                </c:pt>
                <c:pt idx="155" formatCode="###,###,###,##0.00000">
                  <c:v>1.2316836687558459</c:v>
                </c:pt>
                <c:pt idx="156" formatCode="###,###,###,##0.00000">
                  <c:v>1.2399297035646775</c:v>
                </c:pt>
                <c:pt idx="157" formatCode="###,###,###,##0.00000">
                  <c:v>1.2434774617675461</c:v>
                </c:pt>
                <c:pt idx="158" formatCode="###,###,###,##0.00000">
                  <c:v>1.2556938397193018</c:v>
                </c:pt>
                <c:pt idx="159" formatCode="###,###,###,##0.00000">
                  <c:v>1.2718509509761673</c:v>
                </c:pt>
                <c:pt idx="160" formatCode="###,###,###,##0.00000">
                  <c:v>1.2775031600438151</c:v>
                </c:pt>
                <c:pt idx="161" formatCode="###,###,###,##0.00000">
                  <c:v>1.2743817936489124</c:v>
                </c:pt>
                <c:pt idx="162" formatCode="###,###,###,##0.00000">
                  <c:v>1.2727103788587701</c:v>
                </c:pt>
                <c:pt idx="163" formatCode="###,###,###,##0.00000">
                  <c:v>1.2768087848669381</c:v>
                </c:pt>
                <c:pt idx="164" formatCode="###,###,###,##0.00000">
                  <c:v>1.2833717718653275</c:v>
                </c:pt>
                <c:pt idx="165" formatCode="###,###,###,##0.00000">
                  <c:v>1.2933053131869978</c:v>
                </c:pt>
                <c:pt idx="166" formatCode="###,###,###,##0.00000">
                  <c:v>1.3058863386654618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graph!$K$1</c:f>
              <c:strCache>
                <c:ptCount val="1"/>
                <c:pt idx="0">
                  <c:v>HS300</c:v>
                </c:pt>
              </c:strCache>
            </c:strRef>
          </c:tx>
          <c:marker>
            <c:symbol val="none"/>
          </c:marker>
          <c:cat>
            <c:numRef>
              <c:f>graph!$I$2:$I$168</c:f>
              <c:numCache>
                <c:formatCode>yyyy/m/d</c:formatCode>
                <c:ptCount val="167"/>
                <c:pt idx="0">
                  <c:v>41354</c:v>
                </c:pt>
                <c:pt idx="1">
                  <c:v>41355</c:v>
                </c:pt>
                <c:pt idx="2">
                  <c:v>41358</c:v>
                </c:pt>
                <c:pt idx="3">
                  <c:v>41359</c:v>
                </c:pt>
                <c:pt idx="4">
                  <c:v>41360</c:v>
                </c:pt>
                <c:pt idx="5">
                  <c:v>41361</c:v>
                </c:pt>
                <c:pt idx="6">
                  <c:v>41362</c:v>
                </c:pt>
                <c:pt idx="7">
                  <c:v>41365</c:v>
                </c:pt>
                <c:pt idx="8">
                  <c:v>41366</c:v>
                </c:pt>
                <c:pt idx="9">
                  <c:v>41367</c:v>
                </c:pt>
                <c:pt idx="10">
                  <c:v>41372</c:v>
                </c:pt>
                <c:pt idx="11">
                  <c:v>41373</c:v>
                </c:pt>
                <c:pt idx="12">
                  <c:v>41374</c:v>
                </c:pt>
                <c:pt idx="13">
                  <c:v>41375</c:v>
                </c:pt>
                <c:pt idx="14">
                  <c:v>41376</c:v>
                </c:pt>
                <c:pt idx="15">
                  <c:v>41379</c:v>
                </c:pt>
                <c:pt idx="16">
                  <c:v>41380</c:v>
                </c:pt>
                <c:pt idx="17">
                  <c:v>41381</c:v>
                </c:pt>
                <c:pt idx="18">
                  <c:v>41382</c:v>
                </c:pt>
                <c:pt idx="19">
                  <c:v>41383</c:v>
                </c:pt>
                <c:pt idx="20">
                  <c:v>41386</c:v>
                </c:pt>
                <c:pt idx="21">
                  <c:v>41387</c:v>
                </c:pt>
                <c:pt idx="22">
                  <c:v>41388</c:v>
                </c:pt>
                <c:pt idx="23">
                  <c:v>41389</c:v>
                </c:pt>
                <c:pt idx="24">
                  <c:v>41390</c:v>
                </c:pt>
                <c:pt idx="25">
                  <c:v>41396</c:v>
                </c:pt>
                <c:pt idx="26">
                  <c:v>41397</c:v>
                </c:pt>
                <c:pt idx="27">
                  <c:v>41400</c:v>
                </c:pt>
                <c:pt idx="28">
                  <c:v>41401</c:v>
                </c:pt>
                <c:pt idx="29">
                  <c:v>41402</c:v>
                </c:pt>
                <c:pt idx="30">
                  <c:v>41403</c:v>
                </c:pt>
                <c:pt idx="31">
                  <c:v>41404</c:v>
                </c:pt>
                <c:pt idx="32">
                  <c:v>41407</c:v>
                </c:pt>
                <c:pt idx="33">
                  <c:v>41408</c:v>
                </c:pt>
                <c:pt idx="34">
                  <c:v>41409</c:v>
                </c:pt>
                <c:pt idx="35">
                  <c:v>41410</c:v>
                </c:pt>
                <c:pt idx="36">
                  <c:v>41411</c:v>
                </c:pt>
                <c:pt idx="37">
                  <c:v>41414</c:v>
                </c:pt>
                <c:pt idx="38">
                  <c:v>41415</c:v>
                </c:pt>
                <c:pt idx="39">
                  <c:v>41416</c:v>
                </c:pt>
                <c:pt idx="40">
                  <c:v>41417</c:v>
                </c:pt>
                <c:pt idx="41">
                  <c:v>41418</c:v>
                </c:pt>
                <c:pt idx="42">
                  <c:v>41421</c:v>
                </c:pt>
                <c:pt idx="43">
                  <c:v>41422</c:v>
                </c:pt>
                <c:pt idx="44">
                  <c:v>41423</c:v>
                </c:pt>
                <c:pt idx="45">
                  <c:v>41424</c:v>
                </c:pt>
                <c:pt idx="46">
                  <c:v>41425</c:v>
                </c:pt>
                <c:pt idx="47">
                  <c:v>41428</c:v>
                </c:pt>
                <c:pt idx="48">
                  <c:v>41429</c:v>
                </c:pt>
                <c:pt idx="49">
                  <c:v>41430</c:v>
                </c:pt>
                <c:pt idx="50">
                  <c:v>41431</c:v>
                </c:pt>
                <c:pt idx="51">
                  <c:v>41432</c:v>
                </c:pt>
                <c:pt idx="52">
                  <c:v>41438</c:v>
                </c:pt>
                <c:pt idx="53">
                  <c:v>41439</c:v>
                </c:pt>
                <c:pt idx="54">
                  <c:v>41442</c:v>
                </c:pt>
                <c:pt idx="55">
                  <c:v>41443</c:v>
                </c:pt>
                <c:pt idx="56">
                  <c:v>41444</c:v>
                </c:pt>
                <c:pt idx="57">
                  <c:v>41445</c:v>
                </c:pt>
                <c:pt idx="58">
                  <c:v>41446</c:v>
                </c:pt>
                <c:pt idx="59">
                  <c:v>41449</c:v>
                </c:pt>
                <c:pt idx="60">
                  <c:v>41450</c:v>
                </c:pt>
                <c:pt idx="61">
                  <c:v>41451</c:v>
                </c:pt>
                <c:pt idx="62">
                  <c:v>41452</c:v>
                </c:pt>
                <c:pt idx="63">
                  <c:v>41453</c:v>
                </c:pt>
                <c:pt idx="64">
                  <c:v>41456</c:v>
                </c:pt>
                <c:pt idx="65">
                  <c:v>41457</c:v>
                </c:pt>
                <c:pt idx="66">
                  <c:v>41458</c:v>
                </c:pt>
                <c:pt idx="67">
                  <c:v>41459</c:v>
                </c:pt>
                <c:pt idx="68">
                  <c:v>41460</c:v>
                </c:pt>
                <c:pt idx="69">
                  <c:v>41463</c:v>
                </c:pt>
                <c:pt idx="70">
                  <c:v>41464</c:v>
                </c:pt>
                <c:pt idx="71">
                  <c:v>41465</c:v>
                </c:pt>
                <c:pt idx="72">
                  <c:v>41466</c:v>
                </c:pt>
                <c:pt idx="73">
                  <c:v>41467</c:v>
                </c:pt>
                <c:pt idx="74">
                  <c:v>41470</c:v>
                </c:pt>
                <c:pt idx="75">
                  <c:v>41471</c:v>
                </c:pt>
                <c:pt idx="76">
                  <c:v>41472</c:v>
                </c:pt>
                <c:pt idx="77">
                  <c:v>41473</c:v>
                </c:pt>
                <c:pt idx="78">
                  <c:v>41474</c:v>
                </c:pt>
                <c:pt idx="79">
                  <c:v>41477</c:v>
                </c:pt>
                <c:pt idx="80">
                  <c:v>41478</c:v>
                </c:pt>
                <c:pt idx="81">
                  <c:v>41479</c:v>
                </c:pt>
                <c:pt idx="82">
                  <c:v>41480</c:v>
                </c:pt>
                <c:pt idx="83">
                  <c:v>41481</c:v>
                </c:pt>
                <c:pt idx="84">
                  <c:v>41484</c:v>
                </c:pt>
                <c:pt idx="85">
                  <c:v>41485</c:v>
                </c:pt>
                <c:pt idx="86">
                  <c:v>41486</c:v>
                </c:pt>
                <c:pt idx="87">
                  <c:v>41487</c:v>
                </c:pt>
                <c:pt idx="88">
                  <c:v>41488</c:v>
                </c:pt>
                <c:pt idx="89">
                  <c:v>41491</c:v>
                </c:pt>
                <c:pt idx="90">
                  <c:v>41492</c:v>
                </c:pt>
                <c:pt idx="91">
                  <c:v>41493</c:v>
                </c:pt>
                <c:pt idx="92">
                  <c:v>41494</c:v>
                </c:pt>
                <c:pt idx="93">
                  <c:v>41495</c:v>
                </c:pt>
                <c:pt idx="94">
                  <c:v>41498</c:v>
                </c:pt>
                <c:pt idx="95">
                  <c:v>41499</c:v>
                </c:pt>
                <c:pt idx="96">
                  <c:v>41500</c:v>
                </c:pt>
                <c:pt idx="97">
                  <c:v>41501</c:v>
                </c:pt>
                <c:pt idx="98">
                  <c:v>41502</c:v>
                </c:pt>
                <c:pt idx="99">
                  <c:v>41505</c:v>
                </c:pt>
                <c:pt idx="100">
                  <c:v>41506</c:v>
                </c:pt>
                <c:pt idx="101">
                  <c:v>41507</c:v>
                </c:pt>
                <c:pt idx="102">
                  <c:v>41508</c:v>
                </c:pt>
                <c:pt idx="103">
                  <c:v>41509</c:v>
                </c:pt>
                <c:pt idx="104">
                  <c:v>41512</c:v>
                </c:pt>
                <c:pt idx="105">
                  <c:v>41513</c:v>
                </c:pt>
                <c:pt idx="106">
                  <c:v>41514</c:v>
                </c:pt>
                <c:pt idx="107">
                  <c:v>41515</c:v>
                </c:pt>
                <c:pt idx="108">
                  <c:v>41516</c:v>
                </c:pt>
                <c:pt idx="109">
                  <c:v>41519</c:v>
                </c:pt>
                <c:pt idx="110">
                  <c:v>41520</c:v>
                </c:pt>
                <c:pt idx="111">
                  <c:v>41521</c:v>
                </c:pt>
                <c:pt idx="112">
                  <c:v>41522</c:v>
                </c:pt>
                <c:pt idx="113">
                  <c:v>41523</c:v>
                </c:pt>
                <c:pt idx="114">
                  <c:v>41526</c:v>
                </c:pt>
                <c:pt idx="115">
                  <c:v>41527</c:v>
                </c:pt>
                <c:pt idx="116">
                  <c:v>41528</c:v>
                </c:pt>
                <c:pt idx="117">
                  <c:v>41529</c:v>
                </c:pt>
                <c:pt idx="118">
                  <c:v>41530</c:v>
                </c:pt>
                <c:pt idx="119">
                  <c:v>41533</c:v>
                </c:pt>
                <c:pt idx="120">
                  <c:v>41534</c:v>
                </c:pt>
                <c:pt idx="121">
                  <c:v>41535</c:v>
                </c:pt>
                <c:pt idx="122">
                  <c:v>41540</c:v>
                </c:pt>
                <c:pt idx="123">
                  <c:v>41541</c:v>
                </c:pt>
                <c:pt idx="124">
                  <c:v>41542</c:v>
                </c:pt>
                <c:pt idx="125">
                  <c:v>41543</c:v>
                </c:pt>
                <c:pt idx="126">
                  <c:v>41544</c:v>
                </c:pt>
                <c:pt idx="127">
                  <c:v>41547</c:v>
                </c:pt>
                <c:pt idx="128">
                  <c:v>41555</c:v>
                </c:pt>
                <c:pt idx="129">
                  <c:v>41556</c:v>
                </c:pt>
                <c:pt idx="130">
                  <c:v>41557</c:v>
                </c:pt>
                <c:pt idx="131">
                  <c:v>41558</c:v>
                </c:pt>
                <c:pt idx="132">
                  <c:v>41561</c:v>
                </c:pt>
                <c:pt idx="133">
                  <c:v>41562</c:v>
                </c:pt>
                <c:pt idx="134">
                  <c:v>41563</c:v>
                </c:pt>
                <c:pt idx="135">
                  <c:v>41564</c:v>
                </c:pt>
                <c:pt idx="136">
                  <c:v>41565</c:v>
                </c:pt>
                <c:pt idx="137">
                  <c:v>41568</c:v>
                </c:pt>
                <c:pt idx="138">
                  <c:v>41569</c:v>
                </c:pt>
                <c:pt idx="139">
                  <c:v>41570</c:v>
                </c:pt>
                <c:pt idx="140">
                  <c:v>41571</c:v>
                </c:pt>
                <c:pt idx="141">
                  <c:v>41572</c:v>
                </c:pt>
                <c:pt idx="142">
                  <c:v>41575</c:v>
                </c:pt>
                <c:pt idx="143">
                  <c:v>41576</c:v>
                </c:pt>
                <c:pt idx="144">
                  <c:v>41577</c:v>
                </c:pt>
                <c:pt idx="145">
                  <c:v>41578</c:v>
                </c:pt>
                <c:pt idx="146">
                  <c:v>41579</c:v>
                </c:pt>
                <c:pt idx="147">
                  <c:v>41582</c:v>
                </c:pt>
                <c:pt idx="148">
                  <c:v>41583</c:v>
                </c:pt>
                <c:pt idx="149">
                  <c:v>41584</c:v>
                </c:pt>
                <c:pt idx="150">
                  <c:v>41585</c:v>
                </c:pt>
                <c:pt idx="151">
                  <c:v>41586</c:v>
                </c:pt>
                <c:pt idx="152">
                  <c:v>41589</c:v>
                </c:pt>
                <c:pt idx="153">
                  <c:v>41590</c:v>
                </c:pt>
                <c:pt idx="154">
                  <c:v>41591</c:v>
                </c:pt>
                <c:pt idx="155">
                  <c:v>41592</c:v>
                </c:pt>
                <c:pt idx="156">
                  <c:v>41593</c:v>
                </c:pt>
                <c:pt idx="157">
                  <c:v>41596</c:v>
                </c:pt>
                <c:pt idx="158">
                  <c:v>41597</c:v>
                </c:pt>
                <c:pt idx="159">
                  <c:v>41598</c:v>
                </c:pt>
                <c:pt idx="160">
                  <c:v>41599</c:v>
                </c:pt>
                <c:pt idx="161">
                  <c:v>41600</c:v>
                </c:pt>
                <c:pt idx="162">
                  <c:v>41603</c:v>
                </c:pt>
                <c:pt idx="163">
                  <c:v>41604</c:v>
                </c:pt>
                <c:pt idx="164">
                  <c:v>41605</c:v>
                </c:pt>
                <c:pt idx="165">
                  <c:v>41606</c:v>
                </c:pt>
                <c:pt idx="166">
                  <c:v>41607</c:v>
                </c:pt>
              </c:numCache>
            </c:numRef>
          </c:cat>
          <c:val>
            <c:numRef>
              <c:f>graph!$K$2:$K$168</c:f>
              <c:numCache>
                <c:formatCode>###,###,###,##0.00</c:formatCode>
                <c:ptCount val="167"/>
                <c:pt idx="0">
                  <c:v>1</c:v>
                </c:pt>
                <c:pt idx="1">
                  <c:v>1.0012696042964615</c:v>
                </c:pt>
                <c:pt idx="2">
                  <c:v>0.99927686092632051</c:v>
                </c:pt>
                <c:pt idx="3">
                  <c:v>0.98472727217103873</c:v>
                </c:pt>
                <c:pt idx="4">
                  <c:v>0.98797011688007763</c:v>
                </c:pt>
                <c:pt idx="5">
                  <c:v>0.9557604088431777</c:v>
                </c:pt>
                <c:pt idx="6">
                  <c:v>0.95414701711824412</c:v>
                </c:pt>
                <c:pt idx="7">
                  <c:v>0.95342196598990137</c:v>
                </c:pt>
                <c:pt idx="8">
                  <c:v>0.95082310129147862</c:v>
                </c:pt>
                <c:pt idx="9">
                  <c:v>0.94973552459896571</c:v>
                </c:pt>
                <c:pt idx="10">
                  <c:v>0.94543416642829725</c:v>
                </c:pt>
                <c:pt idx="11">
                  <c:v>0.9519852481158616</c:v>
                </c:pt>
                <c:pt idx="12">
                  <c:v>0.95040933266232974</c:v>
                </c:pt>
                <c:pt idx="13">
                  <c:v>0.94756687219979663</c:v>
                </c:pt>
                <c:pt idx="14">
                  <c:v>0.94153854625719169</c:v>
                </c:pt>
                <c:pt idx="15">
                  <c:v>0.93186584412624451</c:v>
                </c:pt>
                <c:pt idx="16">
                  <c:v>0.94057487070686352</c:v>
                </c:pt>
                <c:pt idx="17">
                  <c:v>0.9401469528732066</c:v>
                </c:pt>
                <c:pt idx="18">
                  <c:v>0.94258596980177356</c:v>
                </c:pt>
                <c:pt idx="19">
                  <c:v>0.96896314629359803</c:v>
                </c:pt>
                <c:pt idx="20">
                  <c:v>0.96775587497915982</c:v>
                </c:pt>
                <c:pt idx="21">
                  <c:v>0.93670448965731401</c:v>
                </c:pt>
                <c:pt idx="22">
                  <c:v>0.95433669294084733</c:v>
                </c:pt>
                <c:pt idx="23">
                  <c:v>0.94374238046216652</c:v>
                </c:pt>
                <c:pt idx="24">
                  <c:v>0.93587656998808411</c:v>
                </c:pt>
                <c:pt idx="25">
                  <c:v>0.93676873469400368</c:v>
                </c:pt>
                <c:pt idx="26">
                  <c:v>0.95331680298341714</c:v>
                </c:pt>
                <c:pt idx="27">
                  <c:v>0.96596351493773558</c:v>
                </c:pt>
                <c:pt idx="28">
                  <c:v>0.96747595017644461</c:v>
                </c:pt>
                <c:pt idx="29">
                  <c:v>0.9723937547705771</c:v>
                </c:pt>
                <c:pt idx="30">
                  <c:v>0.96665606113680069</c:v>
                </c:pt>
                <c:pt idx="31">
                  <c:v>0.97164346452067984</c:v>
                </c:pt>
                <c:pt idx="32">
                  <c:v>0.96779335125056065</c:v>
                </c:pt>
                <c:pt idx="33">
                  <c:v>0.95347971004073462</c:v>
                </c:pt>
                <c:pt idx="34">
                  <c:v>0.95867552738291761</c:v>
                </c:pt>
                <c:pt idx="35">
                  <c:v>0.97618382952426541</c:v>
                </c:pt>
                <c:pt idx="36">
                  <c:v>0.99122749320455772</c:v>
                </c:pt>
                <c:pt idx="37">
                  <c:v>0.9979422467713045</c:v>
                </c:pt>
                <c:pt idx="38">
                  <c:v>0.9999483745240908</c:v>
                </c:pt>
                <c:pt idx="39">
                  <c:v>1.0011648237009119</c:v>
                </c:pt>
                <c:pt idx="40">
                  <c:v>0.98770969503492967</c:v>
                </c:pt>
                <c:pt idx="41">
                  <c:v>0.99320838183578575</c:v>
                </c:pt>
                <c:pt idx="42">
                  <c:v>0.99411048922595291</c:v>
                </c:pt>
                <c:pt idx="43">
                  <c:v>1.011231791503439</c:v>
                </c:pt>
                <c:pt idx="44">
                  <c:v>1.0105442166465011</c:v>
                </c:pt>
                <c:pt idx="45">
                  <c:v>1.0073939153831661</c:v>
                </c:pt>
                <c:pt idx="46">
                  <c:v>0.99672579759448399</c:v>
                </c:pt>
                <c:pt idx="47">
                  <c:v>0.99527148881753957</c:v>
                </c:pt>
                <c:pt idx="48">
                  <c:v>0.98113872797886659</c:v>
                </c:pt>
                <c:pt idx="49">
                  <c:v>0.9791781071270691</c:v>
                </c:pt>
                <c:pt idx="50">
                  <c:v>0.96667556409436672</c:v>
                </c:pt>
                <c:pt idx="51">
                  <c:v>0.94996994250069311</c:v>
                </c:pt>
                <c:pt idx="52">
                  <c:v>0.91776214651845445</c:v>
                </c:pt>
                <c:pt idx="53">
                  <c:v>0.92419965215901756</c:v>
                </c:pt>
                <c:pt idx="54">
                  <c:v>0.9192543139777315</c:v>
                </c:pt>
                <c:pt idx="55">
                  <c:v>0.92495453134010563</c:v>
                </c:pt>
                <c:pt idx="56">
                  <c:v>0.91807878277070487</c:v>
                </c:pt>
                <c:pt idx="57">
                  <c:v>0.88775397822093249</c:v>
                </c:pt>
                <c:pt idx="58">
                  <c:v>0.88619680090310171</c:v>
                </c:pt>
                <c:pt idx="59">
                  <c:v>0.83029444112171868</c:v>
                </c:pt>
                <c:pt idx="60">
                  <c:v>0.8280806642324936</c:v>
                </c:pt>
                <c:pt idx="61">
                  <c:v>0.82918047807485162</c:v>
                </c:pt>
                <c:pt idx="62">
                  <c:v>0.82628868660200361</c:v>
                </c:pt>
                <c:pt idx="63">
                  <c:v>0.8415484124592556</c:v>
                </c:pt>
                <c:pt idx="64">
                  <c:v>0.84639661826364065</c:v>
                </c:pt>
                <c:pt idx="65">
                  <c:v>0.8497109738170886</c:v>
                </c:pt>
                <c:pt idx="66">
                  <c:v>0.84276792092353769</c:v>
                </c:pt>
                <c:pt idx="67">
                  <c:v>0.84970906176242489</c:v>
                </c:pt>
                <c:pt idx="68">
                  <c:v>0.85157140300452761</c:v>
                </c:pt>
                <c:pt idx="69">
                  <c:v>0.82739155973182299</c:v>
                </c:pt>
                <c:pt idx="70">
                  <c:v>0.82702826934578755</c:v>
                </c:pt>
                <c:pt idx="71">
                  <c:v>0.85050677096797356</c:v>
                </c:pt>
                <c:pt idx="72">
                  <c:v>0.88975092811133349</c:v>
                </c:pt>
                <c:pt idx="73">
                  <c:v>0.87012751110138964</c:v>
                </c:pt>
                <c:pt idx="74">
                  <c:v>0.88233559771593506</c:v>
                </c:pt>
                <c:pt idx="75">
                  <c:v>0.88637041546653383</c:v>
                </c:pt>
                <c:pt idx="76">
                  <c:v>0.87298144389190313</c:v>
                </c:pt>
                <c:pt idx="77">
                  <c:v>0.85863797462933011</c:v>
                </c:pt>
                <c:pt idx="78">
                  <c:v>0.83766273497239752</c:v>
                </c:pt>
                <c:pt idx="79">
                  <c:v>0.84214114940489326</c:v>
                </c:pt>
                <c:pt idx="80">
                  <c:v>0.86648389973491258</c:v>
                </c:pt>
                <c:pt idx="81">
                  <c:v>0.86009993162492648</c:v>
                </c:pt>
                <c:pt idx="82">
                  <c:v>0.85571444304906963</c:v>
                </c:pt>
                <c:pt idx="83">
                  <c:v>0.85048497354481256</c:v>
                </c:pt>
                <c:pt idx="84">
                  <c:v>0.83211471716122598</c:v>
                </c:pt>
                <c:pt idx="85">
                  <c:v>0.83724590705578872</c:v>
                </c:pt>
                <c:pt idx="86">
                  <c:v>0.83863482356324504</c:v>
                </c:pt>
                <c:pt idx="87">
                  <c:v>0.85865021177917644</c:v>
                </c:pt>
                <c:pt idx="88">
                  <c:v>0.85937679255124699</c:v>
                </c:pt>
                <c:pt idx="89">
                  <c:v>0.87125830022929363</c:v>
                </c:pt>
                <c:pt idx="90">
                  <c:v>0.87711301160846722</c:v>
                </c:pt>
                <c:pt idx="91">
                  <c:v>0.87213402126510764</c:v>
                </c:pt>
                <c:pt idx="92">
                  <c:v>0.87066556328365574</c:v>
                </c:pt>
                <c:pt idx="93">
                  <c:v>0.87419521619219953</c:v>
                </c:pt>
                <c:pt idx="94">
                  <c:v>0.8997326182758788</c:v>
                </c:pt>
                <c:pt idx="95">
                  <c:v>0.9021341589330425</c:v>
                </c:pt>
                <c:pt idx="96">
                  <c:v>0.89831387371567251</c:v>
                </c:pt>
                <c:pt idx="97">
                  <c:v>0.88779757306725648</c:v>
                </c:pt>
                <c:pt idx="98">
                  <c:v>0.88112832640149841</c:v>
                </c:pt>
                <c:pt idx="99">
                  <c:v>0.89156432075405145</c:v>
                </c:pt>
                <c:pt idx="100">
                  <c:v>0.88431380947063531</c:v>
                </c:pt>
                <c:pt idx="101">
                  <c:v>0.8828300550518785</c:v>
                </c:pt>
                <c:pt idx="102">
                  <c:v>0.88104802010563732</c:v>
                </c:pt>
                <c:pt idx="103">
                  <c:v>0.87454703425025282</c:v>
                </c:pt>
                <c:pt idx="104">
                  <c:v>0.89316662256193857</c:v>
                </c:pt>
                <c:pt idx="105">
                  <c:v>0.89517810406778153</c:v>
                </c:pt>
                <c:pt idx="106">
                  <c:v>0.8902755959109554</c:v>
                </c:pt>
                <c:pt idx="107">
                  <c:v>0.88654708931742621</c:v>
                </c:pt>
                <c:pt idx="108">
                  <c:v>0.88486448121368066</c:v>
                </c:pt>
                <c:pt idx="109">
                  <c:v>0.88732338351074658</c:v>
                </c:pt>
                <c:pt idx="110">
                  <c:v>0.90038654097074078</c:v>
                </c:pt>
                <c:pt idx="111">
                  <c:v>0.8989333794265979</c:v>
                </c:pt>
                <c:pt idx="112">
                  <c:v>0.89550697746987773</c:v>
                </c:pt>
                <c:pt idx="113">
                  <c:v>0.90164084882990003</c:v>
                </c:pt>
                <c:pt idx="114">
                  <c:v>0.93331594638292759</c:v>
                </c:pt>
                <c:pt idx="115">
                  <c:v>0.94642499315484463</c:v>
                </c:pt>
                <c:pt idx="116">
                  <c:v>0.94948428061620149</c:v>
                </c:pt>
                <c:pt idx="117">
                  <c:v>0.95888011723189681</c:v>
                </c:pt>
                <c:pt idx="118">
                  <c:v>0.95178257032154645</c:v>
                </c:pt>
                <c:pt idx="119">
                  <c:v>0.94776343141918951</c:v>
                </c:pt>
                <c:pt idx="120">
                  <c:v>0.92823370508774683</c:v>
                </c:pt>
                <c:pt idx="121">
                  <c:v>0.93021841782830372</c:v>
                </c:pt>
                <c:pt idx="122">
                  <c:v>0.94543072472990219</c:v>
                </c:pt>
                <c:pt idx="123">
                  <c:v>0.93456643013275686</c:v>
                </c:pt>
                <c:pt idx="124">
                  <c:v>0.92888762778261258</c:v>
                </c:pt>
                <c:pt idx="125">
                  <c:v>0.91183592429487381</c:v>
                </c:pt>
                <c:pt idx="126">
                  <c:v>0.9158627114158846</c:v>
                </c:pt>
                <c:pt idx="127">
                  <c:v>0.92124323323854784</c:v>
                </c:pt>
                <c:pt idx="128">
                  <c:v>0.9337748395021328</c:v>
                </c:pt>
                <c:pt idx="129">
                  <c:v>0.93827581617965472</c:v>
                </c:pt>
                <c:pt idx="130">
                  <c:v>0.92899852695308871</c:v>
                </c:pt>
                <c:pt idx="131">
                  <c:v>0.94398521140441305</c:v>
                </c:pt>
                <c:pt idx="132">
                  <c:v>0.94552632746307064</c:v>
                </c:pt>
                <c:pt idx="133" formatCode="###,###,###,##0.0000">
                  <c:v>0.94360662458106892</c:v>
                </c:pt>
                <c:pt idx="134" formatCode="###,###,###,##0.0000">
                  <c:v>0.9259587424492971</c:v>
                </c:pt>
                <c:pt idx="135" formatCode="###,###,###,##0.0000">
                  <c:v>0.92288377613969963</c:v>
                </c:pt>
                <c:pt idx="136" formatCode="###,###,###,##0.0000">
                  <c:v>0.92774957284698933</c:v>
                </c:pt>
                <c:pt idx="137" formatCode="###,###,###,##0.0000">
                  <c:v>0.94506055094707897</c:v>
                </c:pt>
                <c:pt idx="138" formatCode="###,###,###,##0.0000">
                  <c:v>0.93533545851835664</c:v>
                </c:pt>
                <c:pt idx="139" formatCode="###,###,###,##0.0000">
                  <c:v>0.92485739896320751</c:v>
                </c:pt>
                <c:pt idx="140" formatCode="###,###,###,##0.0000">
                  <c:v>0.91798165039380852</c:v>
                </c:pt>
                <c:pt idx="141" formatCode="###,###,###,##0.0000">
                  <c:v>0.90576285627314657</c:v>
                </c:pt>
                <c:pt idx="142" formatCode="###,###,###,##0.0000">
                  <c:v>0.90476667579354109</c:v>
                </c:pt>
                <c:pt idx="143" formatCode="###,###,###,##0.0000">
                  <c:v>0.90709900007189448</c:v>
                </c:pt>
                <c:pt idx="144" formatCode="###,###,###,##0.0000">
                  <c:v>0.9206432304851897</c:v>
                </c:pt>
                <c:pt idx="145" formatCode="###,###,###,##0.0000">
                  <c:v>0.90773571427478961</c:v>
                </c:pt>
                <c:pt idx="146" formatCode="###,###,###,##0.0000">
                  <c:v>0.91203477797986077</c:v>
                </c:pt>
                <c:pt idx="147" formatCode="###,###,###,##0.0000">
                  <c:v>0.91031163431725126</c:v>
                </c:pt>
                <c:pt idx="148" formatCode="###,###,###,##0.0000">
                  <c:v>0.91157932655905105</c:v>
                </c:pt>
                <c:pt idx="149" formatCode="###,###,###,##0.0000">
                  <c:v>0.90003013398149467</c:v>
                </c:pt>
                <c:pt idx="150" formatCode="###,###,###,##0.0000">
                  <c:v>0.89505267328186611</c:v>
                </c:pt>
                <c:pt idx="151" formatCode="###,###,###,##0.0000">
                  <c:v>0.88258340000030522</c:v>
                </c:pt>
                <c:pt idx="152" formatCode="###,###,###,##0.0000">
                  <c:v>0.88562127244943589</c:v>
                </c:pt>
                <c:pt idx="153" formatCode="###,###,###,##0.0000">
                  <c:v>0.89484158244703271</c:v>
                </c:pt>
                <c:pt idx="154" formatCode="###,###,###,##0.0000">
                  <c:v>0.87500057361640016</c:v>
                </c:pt>
                <c:pt idx="155" formatCode="###,###,###,##0.0000">
                  <c:v>0.88126637674819153</c:v>
                </c:pt>
                <c:pt idx="156" formatCode="###,###,###,##0.0000">
                  <c:v>0.89894638139830851</c:v>
                </c:pt>
                <c:pt idx="157" formatCode="###,###,###,##0.0000">
                  <c:v>0.92883906159416463</c:v>
                </c:pt>
                <c:pt idx="158" formatCode="###,###,###,##0.0000">
                  <c:v>0.92243750258127388</c:v>
                </c:pt>
                <c:pt idx="159" formatCode="###,###,###,##0.0000">
                  <c:v>0.92728915008405399</c:v>
                </c:pt>
                <c:pt idx="160" formatCode="###,###,###,##0.0000">
                  <c:v>0.92160614121364959</c:v>
                </c:pt>
                <c:pt idx="161" formatCode="###,###,###,##0.0000">
                  <c:v>0.91700688492643156</c:v>
                </c:pt>
                <c:pt idx="162" formatCode="###,###,###,##0.0000">
                  <c:v>0.91343784369182579</c:v>
                </c:pt>
                <c:pt idx="163" formatCode="###,###,###,##0.0000">
                  <c:v>0.91297397923049761</c:v>
                </c:pt>
                <c:pt idx="164" formatCode="###,###,###,##0.0000">
                  <c:v>0.92332393112320221</c:v>
                </c:pt>
                <c:pt idx="165" formatCode="###,###,###,##0.0000">
                  <c:v>0.93290294257564488</c:v>
                </c:pt>
                <c:pt idx="166" formatCode="###,###,###,##0.0000">
                  <c:v>0.93267884976910065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graph!$L$1</c:f>
              <c:strCache>
                <c:ptCount val="1"/>
                <c:pt idx="0">
                  <c:v>alpha</c:v>
                </c:pt>
              </c:strCache>
            </c:strRef>
          </c:tx>
          <c:marker>
            <c:symbol val="none"/>
          </c:marker>
          <c:cat>
            <c:numRef>
              <c:f>graph!$I$2:$I$168</c:f>
              <c:numCache>
                <c:formatCode>yyyy/m/d</c:formatCode>
                <c:ptCount val="167"/>
                <c:pt idx="0">
                  <c:v>41354</c:v>
                </c:pt>
                <c:pt idx="1">
                  <c:v>41355</c:v>
                </c:pt>
                <c:pt idx="2">
                  <c:v>41358</c:v>
                </c:pt>
                <c:pt idx="3">
                  <c:v>41359</c:v>
                </c:pt>
                <c:pt idx="4">
                  <c:v>41360</c:v>
                </c:pt>
                <c:pt idx="5">
                  <c:v>41361</c:v>
                </c:pt>
                <c:pt idx="6">
                  <c:v>41362</c:v>
                </c:pt>
                <c:pt idx="7">
                  <c:v>41365</c:v>
                </c:pt>
                <c:pt idx="8">
                  <c:v>41366</c:v>
                </c:pt>
                <c:pt idx="9">
                  <c:v>41367</c:v>
                </c:pt>
                <c:pt idx="10">
                  <c:v>41372</c:v>
                </c:pt>
                <c:pt idx="11">
                  <c:v>41373</c:v>
                </c:pt>
                <c:pt idx="12">
                  <c:v>41374</c:v>
                </c:pt>
                <c:pt idx="13">
                  <c:v>41375</c:v>
                </c:pt>
                <c:pt idx="14">
                  <c:v>41376</c:v>
                </c:pt>
                <c:pt idx="15">
                  <c:v>41379</c:v>
                </c:pt>
                <c:pt idx="16">
                  <c:v>41380</c:v>
                </c:pt>
                <c:pt idx="17">
                  <c:v>41381</c:v>
                </c:pt>
                <c:pt idx="18">
                  <c:v>41382</c:v>
                </c:pt>
                <c:pt idx="19">
                  <c:v>41383</c:v>
                </c:pt>
                <c:pt idx="20">
                  <c:v>41386</c:v>
                </c:pt>
                <c:pt idx="21">
                  <c:v>41387</c:v>
                </c:pt>
                <c:pt idx="22">
                  <c:v>41388</c:v>
                </c:pt>
                <c:pt idx="23">
                  <c:v>41389</c:v>
                </c:pt>
                <c:pt idx="24">
                  <c:v>41390</c:v>
                </c:pt>
                <c:pt idx="25">
                  <c:v>41396</c:v>
                </c:pt>
                <c:pt idx="26">
                  <c:v>41397</c:v>
                </c:pt>
                <c:pt idx="27">
                  <c:v>41400</c:v>
                </c:pt>
                <c:pt idx="28">
                  <c:v>41401</c:v>
                </c:pt>
                <c:pt idx="29">
                  <c:v>41402</c:v>
                </c:pt>
                <c:pt idx="30">
                  <c:v>41403</c:v>
                </c:pt>
                <c:pt idx="31">
                  <c:v>41404</c:v>
                </c:pt>
                <c:pt idx="32">
                  <c:v>41407</c:v>
                </c:pt>
                <c:pt idx="33">
                  <c:v>41408</c:v>
                </c:pt>
                <c:pt idx="34">
                  <c:v>41409</c:v>
                </c:pt>
                <c:pt idx="35">
                  <c:v>41410</c:v>
                </c:pt>
                <c:pt idx="36">
                  <c:v>41411</c:v>
                </c:pt>
                <c:pt idx="37">
                  <c:v>41414</c:v>
                </c:pt>
                <c:pt idx="38">
                  <c:v>41415</c:v>
                </c:pt>
                <c:pt idx="39">
                  <c:v>41416</c:v>
                </c:pt>
                <c:pt idx="40">
                  <c:v>41417</c:v>
                </c:pt>
                <c:pt idx="41">
                  <c:v>41418</c:v>
                </c:pt>
                <c:pt idx="42">
                  <c:v>41421</c:v>
                </c:pt>
                <c:pt idx="43">
                  <c:v>41422</c:v>
                </c:pt>
                <c:pt idx="44">
                  <c:v>41423</c:v>
                </c:pt>
                <c:pt idx="45">
                  <c:v>41424</c:v>
                </c:pt>
                <c:pt idx="46">
                  <c:v>41425</c:v>
                </c:pt>
                <c:pt idx="47">
                  <c:v>41428</c:v>
                </c:pt>
                <c:pt idx="48">
                  <c:v>41429</c:v>
                </c:pt>
                <c:pt idx="49">
                  <c:v>41430</c:v>
                </c:pt>
                <c:pt idx="50">
                  <c:v>41431</c:v>
                </c:pt>
                <c:pt idx="51">
                  <c:v>41432</c:v>
                </c:pt>
                <c:pt idx="52">
                  <c:v>41438</c:v>
                </c:pt>
                <c:pt idx="53">
                  <c:v>41439</c:v>
                </c:pt>
                <c:pt idx="54">
                  <c:v>41442</c:v>
                </c:pt>
                <c:pt idx="55">
                  <c:v>41443</c:v>
                </c:pt>
                <c:pt idx="56">
                  <c:v>41444</c:v>
                </c:pt>
                <c:pt idx="57">
                  <c:v>41445</c:v>
                </c:pt>
                <c:pt idx="58">
                  <c:v>41446</c:v>
                </c:pt>
                <c:pt idx="59">
                  <c:v>41449</c:v>
                </c:pt>
                <c:pt idx="60">
                  <c:v>41450</c:v>
                </c:pt>
                <c:pt idx="61">
                  <c:v>41451</c:v>
                </c:pt>
                <c:pt idx="62">
                  <c:v>41452</c:v>
                </c:pt>
                <c:pt idx="63">
                  <c:v>41453</c:v>
                </c:pt>
                <c:pt idx="64">
                  <c:v>41456</c:v>
                </c:pt>
                <c:pt idx="65">
                  <c:v>41457</c:v>
                </c:pt>
                <c:pt idx="66">
                  <c:v>41458</c:v>
                </c:pt>
                <c:pt idx="67">
                  <c:v>41459</c:v>
                </c:pt>
                <c:pt idx="68">
                  <c:v>41460</c:v>
                </c:pt>
                <c:pt idx="69">
                  <c:v>41463</c:v>
                </c:pt>
                <c:pt idx="70">
                  <c:v>41464</c:v>
                </c:pt>
                <c:pt idx="71">
                  <c:v>41465</c:v>
                </c:pt>
                <c:pt idx="72">
                  <c:v>41466</c:v>
                </c:pt>
                <c:pt idx="73">
                  <c:v>41467</c:v>
                </c:pt>
                <c:pt idx="74">
                  <c:v>41470</c:v>
                </c:pt>
                <c:pt idx="75">
                  <c:v>41471</c:v>
                </c:pt>
                <c:pt idx="76">
                  <c:v>41472</c:v>
                </c:pt>
                <c:pt idx="77">
                  <c:v>41473</c:v>
                </c:pt>
                <c:pt idx="78">
                  <c:v>41474</c:v>
                </c:pt>
                <c:pt idx="79">
                  <c:v>41477</c:v>
                </c:pt>
                <c:pt idx="80">
                  <c:v>41478</c:v>
                </c:pt>
                <c:pt idx="81">
                  <c:v>41479</c:v>
                </c:pt>
                <c:pt idx="82">
                  <c:v>41480</c:v>
                </c:pt>
                <c:pt idx="83">
                  <c:v>41481</c:v>
                </c:pt>
                <c:pt idx="84">
                  <c:v>41484</c:v>
                </c:pt>
                <c:pt idx="85">
                  <c:v>41485</c:v>
                </c:pt>
                <c:pt idx="86">
                  <c:v>41486</c:v>
                </c:pt>
                <c:pt idx="87">
                  <c:v>41487</c:v>
                </c:pt>
                <c:pt idx="88">
                  <c:v>41488</c:v>
                </c:pt>
                <c:pt idx="89">
                  <c:v>41491</c:v>
                </c:pt>
                <c:pt idx="90">
                  <c:v>41492</c:v>
                </c:pt>
                <c:pt idx="91">
                  <c:v>41493</c:v>
                </c:pt>
                <c:pt idx="92">
                  <c:v>41494</c:v>
                </c:pt>
                <c:pt idx="93">
                  <c:v>41495</c:v>
                </c:pt>
                <c:pt idx="94">
                  <c:v>41498</c:v>
                </c:pt>
                <c:pt idx="95">
                  <c:v>41499</c:v>
                </c:pt>
                <c:pt idx="96">
                  <c:v>41500</c:v>
                </c:pt>
                <c:pt idx="97">
                  <c:v>41501</c:v>
                </c:pt>
                <c:pt idx="98">
                  <c:v>41502</c:v>
                </c:pt>
                <c:pt idx="99">
                  <c:v>41505</c:v>
                </c:pt>
                <c:pt idx="100">
                  <c:v>41506</c:v>
                </c:pt>
                <c:pt idx="101">
                  <c:v>41507</c:v>
                </c:pt>
                <c:pt idx="102">
                  <c:v>41508</c:v>
                </c:pt>
                <c:pt idx="103">
                  <c:v>41509</c:v>
                </c:pt>
                <c:pt idx="104">
                  <c:v>41512</c:v>
                </c:pt>
                <c:pt idx="105">
                  <c:v>41513</c:v>
                </c:pt>
                <c:pt idx="106">
                  <c:v>41514</c:v>
                </c:pt>
                <c:pt idx="107">
                  <c:v>41515</c:v>
                </c:pt>
                <c:pt idx="108">
                  <c:v>41516</c:v>
                </c:pt>
                <c:pt idx="109">
                  <c:v>41519</c:v>
                </c:pt>
                <c:pt idx="110">
                  <c:v>41520</c:v>
                </c:pt>
                <c:pt idx="111">
                  <c:v>41521</c:v>
                </c:pt>
                <c:pt idx="112">
                  <c:v>41522</c:v>
                </c:pt>
                <c:pt idx="113">
                  <c:v>41523</c:v>
                </c:pt>
                <c:pt idx="114">
                  <c:v>41526</c:v>
                </c:pt>
                <c:pt idx="115">
                  <c:v>41527</c:v>
                </c:pt>
                <c:pt idx="116">
                  <c:v>41528</c:v>
                </c:pt>
                <c:pt idx="117">
                  <c:v>41529</c:v>
                </c:pt>
                <c:pt idx="118">
                  <c:v>41530</c:v>
                </c:pt>
                <c:pt idx="119">
                  <c:v>41533</c:v>
                </c:pt>
                <c:pt idx="120">
                  <c:v>41534</c:v>
                </c:pt>
                <c:pt idx="121">
                  <c:v>41535</c:v>
                </c:pt>
                <c:pt idx="122">
                  <c:v>41540</c:v>
                </c:pt>
                <c:pt idx="123">
                  <c:v>41541</c:v>
                </c:pt>
                <c:pt idx="124">
                  <c:v>41542</c:v>
                </c:pt>
                <c:pt idx="125">
                  <c:v>41543</c:v>
                </c:pt>
                <c:pt idx="126">
                  <c:v>41544</c:v>
                </c:pt>
                <c:pt idx="127">
                  <c:v>41547</c:v>
                </c:pt>
                <c:pt idx="128">
                  <c:v>41555</c:v>
                </c:pt>
                <c:pt idx="129">
                  <c:v>41556</c:v>
                </c:pt>
                <c:pt idx="130">
                  <c:v>41557</c:v>
                </c:pt>
                <c:pt idx="131">
                  <c:v>41558</c:v>
                </c:pt>
                <c:pt idx="132">
                  <c:v>41561</c:v>
                </c:pt>
                <c:pt idx="133">
                  <c:v>41562</c:v>
                </c:pt>
                <c:pt idx="134">
                  <c:v>41563</c:v>
                </c:pt>
                <c:pt idx="135">
                  <c:v>41564</c:v>
                </c:pt>
                <c:pt idx="136">
                  <c:v>41565</c:v>
                </c:pt>
                <c:pt idx="137">
                  <c:v>41568</c:v>
                </c:pt>
                <c:pt idx="138">
                  <c:v>41569</c:v>
                </c:pt>
                <c:pt idx="139">
                  <c:v>41570</c:v>
                </c:pt>
                <c:pt idx="140">
                  <c:v>41571</c:v>
                </c:pt>
                <c:pt idx="141">
                  <c:v>41572</c:v>
                </c:pt>
                <c:pt idx="142">
                  <c:v>41575</c:v>
                </c:pt>
                <c:pt idx="143">
                  <c:v>41576</c:v>
                </c:pt>
                <c:pt idx="144">
                  <c:v>41577</c:v>
                </c:pt>
                <c:pt idx="145">
                  <c:v>41578</c:v>
                </c:pt>
                <c:pt idx="146">
                  <c:v>41579</c:v>
                </c:pt>
                <c:pt idx="147">
                  <c:v>41582</c:v>
                </c:pt>
                <c:pt idx="148">
                  <c:v>41583</c:v>
                </c:pt>
                <c:pt idx="149">
                  <c:v>41584</c:v>
                </c:pt>
                <c:pt idx="150">
                  <c:v>41585</c:v>
                </c:pt>
                <c:pt idx="151">
                  <c:v>41586</c:v>
                </c:pt>
                <c:pt idx="152">
                  <c:v>41589</c:v>
                </c:pt>
                <c:pt idx="153">
                  <c:v>41590</c:v>
                </c:pt>
                <c:pt idx="154">
                  <c:v>41591</c:v>
                </c:pt>
                <c:pt idx="155">
                  <c:v>41592</c:v>
                </c:pt>
                <c:pt idx="156">
                  <c:v>41593</c:v>
                </c:pt>
                <c:pt idx="157">
                  <c:v>41596</c:v>
                </c:pt>
                <c:pt idx="158">
                  <c:v>41597</c:v>
                </c:pt>
                <c:pt idx="159">
                  <c:v>41598</c:v>
                </c:pt>
                <c:pt idx="160">
                  <c:v>41599</c:v>
                </c:pt>
                <c:pt idx="161">
                  <c:v>41600</c:v>
                </c:pt>
                <c:pt idx="162">
                  <c:v>41603</c:v>
                </c:pt>
                <c:pt idx="163">
                  <c:v>41604</c:v>
                </c:pt>
                <c:pt idx="164">
                  <c:v>41605</c:v>
                </c:pt>
                <c:pt idx="165">
                  <c:v>41606</c:v>
                </c:pt>
                <c:pt idx="166">
                  <c:v>41607</c:v>
                </c:pt>
              </c:numCache>
            </c:numRef>
          </c:cat>
          <c:val>
            <c:numRef>
              <c:f>graph!$L$2:$L$168</c:f>
              <c:numCache>
                <c:formatCode>###,###,###,##0.00</c:formatCode>
                <c:ptCount val="167"/>
                <c:pt idx="0">
                  <c:v>1</c:v>
                </c:pt>
                <c:pt idx="1">
                  <c:v>1.0280426021794478</c:v>
                </c:pt>
                <c:pt idx="2">
                  <c:v>1.0299470072707144</c:v>
                </c:pt>
                <c:pt idx="3">
                  <c:v>1.0500085835171444</c:v>
                </c:pt>
                <c:pt idx="4">
                  <c:v>1.0324808855505565</c:v>
                </c:pt>
                <c:pt idx="5">
                  <c:v>1.0291792878046586</c:v>
                </c:pt>
                <c:pt idx="6">
                  <c:v>1.0341235269128461</c:v>
                </c:pt>
                <c:pt idx="7">
                  <c:v>1.0354386941458935</c:v>
                </c:pt>
                <c:pt idx="8">
                  <c:v>1.0237549804318793</c:v>
                </c:pt>
                <c:pt idx="9">
                  <c:v>1.0262767723995578</c:v>
                </c:pt>
                <c:pt idx="10">
                  <c:v>1.0267201944160127</c:v>
                </c:pt>
                <c:pt idx="11">
                  <c:v>1.0222285710492713</c:v>
                </c:pt>
                <c:pt idx="12">
                  <c:v>1.056417125051144</c:v>
                </c:pt>
                <c:pt idx="13">
                  <c:v>1.0486063453785459</c:v>
                </c:pt>
                <c:pt idx="14">
                  <c:v>1.0462745915340668</c:v>
                </c:pt>
                <c:pt idx="15">
                  <c:v>1.0507259152889812</c:v>
                </c:pt>
                <c:pt idx="16">
                  <c:v>1.0533262930927352</c:v>
                </c:pt>
                <c:pt idx="17">
                  <c:v>1.0552107401506878</c:v>
                </c:pt>
                <c:pt idx="18">
                  <c:v>1.0451738150098751</c:v>
                </c:pt>
                <c:pt idx="19">
                  <c:v>1.0415832368368705</c:v>
                </c:pt>
                <c:pt idx="20">
                  <c:v>1.049195394007735</c:v>
                </c:pt>
                <c:pt idx="21">
                  <c:v>1.0496005157053598</c:v>
                </c:pt>
                <c:pt idx="22">
                  <c:v>1.0540182467868515</c:v>
                </c:pt>
                <c:pt idx="23">
                  <c:v>1.0546238305525639</c:v>
                </c:pt>
                <c:pt idx="24">
                  <c:v>1.051352837062169</c:v>
                </c:pt>
                <c:pt idx="25">
                  <c:v>1.0364810747807847</c:v>
                </c:pt>
                <c:pt idx="26">
                  <c:v>1.0399619371366853</c:v>
                </c:pt>
                <c:pt idx="27">
                  <c:v>1.0413449197580902</c:v>
                </c:pt>
                <c:pt idx="28">
                  <c:v>1.03569391158878</c:v>
                </c:pt>
                <c:pt idx="29">
                  <c:v>1.0446584446601823</c:v>
                </c:pt>
                <c:pt idx="30">
                  <c:v>1.0442150097772422</c:v>
                </c:pt>
                <c:pt idx="31">
                  <c:v>1.0522988682739101</c:v>
                </c:pt>
                <c:pt idx="32">
                  <c:v>1.0786875079866349</c:v>
                </c:pt>
                <c:pt idx="33">
                  <c:v>1.0705880371968561</c:v>
                </c:pt>
                <c:pt idx="34">
                  <c:v>1.0563054991469141</c:v>
                </c:pt>
                <c:pt idx="35">
                  <c:v>1.0313219890389178</c:v>
                </c:pt>
                <c:pt idx="36">
                  <c:v>1.0294048236675368</c:v>
                </c:pt>
                <c:pt idx="37">
                  <c:v>1.0173360209624718</c:v>
                </c:pt>
                <c:pt idx="38">
                  <c:v>1.0397544817914899</c:v>
                </c:pt>
                <c:pt idx="39">
                  <c:v>0.98519904717412199</c:v>
                </c:pt>
                <c:pt idx="40">
                  <c:v>0.97757152970278038</c:v>
                </c:pt>
                <c:pt idx="41">
                  <c:v>0.9781116586623757</c:v>
                </c:pt>
                <c:pt idx="42">
                  <c:v>0.98905507686884575</c:v>
                </c:pt>
                <c:pt idx="43">
                  <c:v>0.9775810234506197</c:v>
                </c:pt>
                <c:pt idx="44">
                  <c:v>0.97800652667532062</c:v>
                </c:pt>
                <c:pt idx="45">
                  <c:v>0.98665151068322365</c:v>
                </c:pt>
                <c:pt idx="46">
                  <c:v>0.99304322694343283</c:v>
                </c:pt>
                <c:pt idx="47">
                  <c:v>0.99068461258762064</c:v>
                </c:pt>
                <c:pt idx="48">
                  <c:v>0.98610173286971925</c:v>
                </c:pt>
                <c:pt idx="49">
                  <c:v>0.99236728493877158</c:v>
                </c:pt>
                <c:pt idx="50">
                  <c:v>0.98898226845233339</c:v>
                </c:pt>
                <c:pt idx="51">
                  <c:v>0.98559376776494245</c:v>
                </c:pt>
                <c:pt idx="52">
                  <c:v>0.9965170737528114</c:v>
                </c:pt>
                <c:pt idx="53">
                  <c:v>1.0037919191089943</c:v>
                </c:pt>
                <c:pt idx="54">
                  <c:v>1.0046500942258361</c:v>
                </c:pt>
                <c:pt idx="55">
                  <c:v>1.0071900101208018</c:v>
                </c:pt>
                <c:pt idx="56">
                  <c:v>1.0125994191340066</c:v>
                </c:pt>
                <c:pt idx="57">
                  <c:v>1.0114767468261778</c:v>
                </c:pt>
                <c:pt idx="58">
                  <c:v>1.0082808785649817</c:v>
                </c:pt>
                <c:pt idx="59">
                  <c:v>1.008858587535516</c:v>
                </c:pt>
                <c:pt idx="60">
                  <c:v>1.0199786123034773</c:v>
                </c:pt>
                <c:pt idx="61">
                  <c:v>1.0312175263001064</c:v>
                </c:pt>
                <c:pt idx="62">
                  <c:v>1.0214007363128974</c:v>
                </c:pt>
                <c:pt idx="63">
                  <c:v>1.0010788433189219</c:v>
                </c:pt>
                <c:pt idx="64">
                  <c:v>1.0082493507136057</c:v>
                </c:pt>
                <c:pt idx="65">
                  <c:v>1.0323166035754658</c:v>
                </c:pt>
                <c:pt idx="66">
                  <c:v>1.0453745144908124</c:v>
                </c:pt>
                <c:pt idx="67">
                  <c:v>1.0434527252287549</c:v>
                </c:pt>
                <c:pt idx="68">
                  <c:v>1.0369290841494061</c:v>
                </c:pt>
                <c:pt idx="69">
                  <c:v>1.0292980379230958</c:v>
                </c:pt>
                <c:pt idx="70">
                  <c:v>1.0278511247817672</c:v>
                </c:pt>
                <c:pt idx="71">
                  <c:v>1.0282244850606792</c:v>
                </c:pt>
                <c:pt idx="72">
                  <c:v>1.0061623975734737</c:v>
                </c:pt>
                <c:pt idx="73">
                  <c:v>1.0098271305249318</c:v>
                </c:pt>
                <c:pt idx="74">
                  <c:v>1.0201985889559828</c:v>
                </c:pt>
                <c:pt idx="75">
                  <c:v>1.0239166198472418</c:v>
                </c:pt>
                <c:pt idx="76">
                  <c:v>1.0157350581611411</c:v>
                </c:pt>
                <c:pt idx="77">
                  <c:v>1.0265182318870829</c:v>
                </c:pt>
                <c:pt idx="78">
                  <c:v>1.0178822432165484</c:v>
                </c:pt>
                <c:pt idx="79">
                  <c:v>1.0464538000205321</c:v>
                </c:pt>
                <c:pt idx="80">
                  <c:v>1.0569983748256062</c:v>
                </c:pt>
                <c:pt idx="81">
                  <c:v>1.0640373565818821</c:v>
                </c:pt>
                <c:pt idx="82">
                  <c:v>1.0660671785611364</c:v>
                </c:pt>
                <c:pt idx="83">
                  <c:v>1.0813183199878584</c:v>
                </c:pt>
                <c:pt idx="84">
                  <c:v>1.0815343522912038</c:v>
                </c:pt>
                <c:pt idx="85">
                  <c:v>1.080139525987692</c:v>
                </c:pt>
                <c:pt idx="86">
                  <c:v>1.0775845253999339</c:v>
                </c:pt>
                <c:pt idx="87">
                  <c:v>1.0779743987244712</c:v>
                </c:pt>
                <c:pt idx="88">
                  <c:v>1.0840677447898601</c:v>
                </c:pt>
                <c:pt idx="89">
                  <c:v>1.0885150979922913</c:v>
                </c:pt>
                <c:pt idx="90">
                  <c:v>1.0927616545499323</c:v>
                </c:pt>
                <c:pt idx="91">
                  <c:v>1.088536965043402</c:v>
                </c:pt>
                <c:pt idx="92">
                  <c:v>1.0886465323258701</c:v>
                </c:pt>
                <c:pt idx="93">
                  <c:v>1.0807956546583459</c:v>
                </c:pt>
                <c:pt idx="94">
                  <c:v>1.0692231126021057</c:v>
                </c:pt>
                <c:pt idx="95">
                  <c:v>1.0743245831474681</c:v>
                </c:pt>
                <c:pt idx="96">
                  <c:v>1.0708642044610017</c:v>
                </c:pt>
                <c:pt idx="97">
                  <c:v>1.072027187491122</c:v>
                </c:pt>
                <c:pt idx="98">
                  <c:v>1.0642824956813861</c:v>
                </c:pt>
                <c:pt idx="99">
                  <c:v>1.0800860773922103</c:v>
                </c:pt>
                <c:pt idx="100">
                  <c:v>1.1085365944722401</c:v>
                </c:pt>
                <c:pt idx="101">
                  <c:v>1.1180888040649086</c:v>
                </c:pt>
                <c:pt idx="102">
                  <c:v>1.1220824583153364</c:v>
                </c:pt>
                <c:pt idx="103">
                  <c:v>1.1339535451808624</c:v>
                </c:pt>
                <c:pt idx="104">
                  <c:v>1.1353371428338022</c:v>
                </c:pt>
                <c:pt idx="105">
                  <c:v>1.1429534171644098</c:v>
                </c:pt>
                <c:pt idx="106">
                  <c:v>1.1385664818963321</c:v>
                </c:pt>
                <c:pt idx="107">
                  <c:v>1.1269938668437713</c:v>
                </c:pt>
                <c:pt idx="108">
                  <c:v>1.1234076267397601</c:v>
                </c:pt>
                <c:pt idx="109">
                  <c:v>1.1184094155119719</c:v>
                </c:pt>
                <c:pt idx="110">
                  <c:v>1.1208541647218426</c:v>
                </c:pt>
                <c:pt idx="111">
                  <c:v>1.1238235791839586</c:v>
                </c:pt>
                <c:pt idx="112">
                  <c:v>1.125159063104602</c:v>
                </c:pt>
                <c:pt idx="113">
                  <c:v>1.1283015406699604</c:v>
                </c:pt>
                <c:pt idx="114">
                  <c:v>1.1114281152310146</c:v>
                </c:pt>
                <c:pt idx="115">
                  <c:v>1.0989628578958199</c:v>
                </c:pt>
                <c:pt idx="116">
                  <c:v>1.0872341111023436</c:v>
                </c:pt>
                <c:pt idx="117">
                  <c:v>1.0752259343669741</c:v>
                </c:pt>
                <c:pt idx="118">
                  <c:v>1.0792099102319133</c:v>
                </c:pt>
                <c:pt idx="119">
                  <c:v>1.0889909261067079</c:v>
                </c:pt>
                <c:pt idx="120">
                  <c:v>1.0958957390788544</c:v>
                </c:pt>
                <c:pt idx="121">
                  <c:v>1.1025769153745195</c:v>
                </c:pt>
                <c:pt idx="122">
                  <c:v>1.1096400943157421</c:v>
                </c:pt>
                <c:pt idx="123">
                  <c:v>1.123389815740317</c:v>
                </c:pt>
                <c:pt idx="124">
                  <c:v>1.134326406227363</c:v>
                </c:pt>
                <c:pt idx="125">
                  <c:v>1.1390992756540805</c:v>
                </c:pt>
                <c:pt idx="126">
                  <c:v>1.1301078567551843</c:v>
                </c:pt>
                <c:pt idx="127">
                  <c:v>1.1325826170675133</c:v>
                </c:pt>
                <c:pt idx="128">
                  <c:v>1.1371132501761718</c:v>
                </c:pt>
                <c:pt idx="129">
                  <c:v>1.1474580707643605</c:v>
                </c:pt>
                <c:pt idx="130">
                  <c:v>1.152742469660059</c:v>
                </c:pt>
                <c:pt idx="131">
                  <c:v>1.1548647122879681</c:v>
                </c:pt>
                <c:pt idx="132">
                  <c:v>1.170253779986707</c:v>
                </c:pt>
                <c:pt idx="133" formatCode="###,###,###,##0.0000">
                  <c:v>1.1823727191616027</c:v>
                </c:pt>
                <c:pt idx="134" formatCode="###,###,###,##0.0000">
                  <c:v>1.1719754515357241</c:v>
                </c:pt>
                <c:pt idx="135" formatCode="###,###,###,##0.0000">
                  <c:v>1.1612990778687933</c:v>
                </c:pt>
                <c:pt idx="136" formatCode="###,###,###,##0.0000">
                  <c:v>1.1674864028975389</c:v>
                </c:pt>
                <c:pt idx="137" formatCode="###,###,###,##0.0000">
                  <c:v>1.1842195350726881</c:v>
                </c:pt>
                <c:pt idx="138" formatCode="###,###,###,##0.0000">
                  <c:v>1.1836432318055521</c:v>
                </c:pt>
                <c:pt idx="139" formatCode="###,###,###,##0.0000">
                  <c:v>1.166111912780156</c:v>
                </c:pt>
                <c:pt idx="140" formatCode="###,###,###,##0.0000">
                  <c:v>1.1523015741286471</c:v>
                </c:pt>
                <c:pt idx="141" formatCode="###,###,###,##0.0000">
                  <c:v>1.1334551339237338</c:v>
                </c:pt>
                <c:pt idx="142" formatCode="###,###,###,##0.0000">
                  <c:v>1.1316705893147241</c:v>
                </c:pt>
                <c:pt idx="143" formatCode="###,###,###,##0.0000">
                  <c:v>1.1164866139365581</c:v>
                </c:pt>
                <c:pt idx="144" formatCode="###,###,###,##0.0000">
                  <c:v>1.1234143195293638</c:v>
                </c:pt>
                <c:pt idx="145" formatCode="###,###,###,##0.0000">
                  <c:v>1.1124800252058535</c:v>
                </c:pt>
                <c:pt idx="146" formatCode="###,###,###,##0.0000">
                  <c:v>1.1047535804414521</c:v>
                </c:pt>
                <c:pt idx="147" formatCode="###,###,###,##0.0000">
                  <c:v>1.1042757391690501</c:v>
                </c:pt>
                <c:pt idx="148" formatCode="###,###,###,##0.0000">
                  <c:v>1.1183990144432165</c:v>
                </c:pt>
                <c:pt idx="149" formatCode="###,###,###,##0.0000">
                  <c:v>1.1211618221320139</c:v>
                </c:pt>
                <c:pt idx="150" formatCode="###,###,###,##0.0000">
                  <c:v>1.1069312690786404</c:v>
                </c:pt>
                <c:pt idx="151" formatCode="###,###,###,##0.0000">
                  <c:v>1.0839962824079779</c:v>
                </c:pt>
                <c:pt idx="152" formatCode="###,###,###,##0.0000">
                  <c:v>1.079197467847776</c:v>
                </c:pt>
                <c:pt idx="153" formatCode="###,###,###,##0.0000">
                  <c:v>1.0880128436801881</c:v>
                </c:pt>
                <c:pt idx="154" formatCode="###,###,###,##0.0000">
                  <c:v>1.073539886463204</c:v>
                </c:pt>
                <c:pt idx="155" formatCode="###,###,###,##0.0000">
                  <c:v>1.0800225501882701</c:v>
                </c:pt>
                <c:pt idx="156" formatCode="###,###,###,##0.0000">
                  <c:v>1.1058185002614382</c:v>
                </c:pt>
                <c:pt idx="157" formatCode="###,###,###,##0.0000">
                  <c:v>1.1410202184815539</c:v>
                </c:pt>
                <c:pt idx="158" formatCode="###,###,###,##0.0000">
                  <c:v>1.1651598789270441</c:v>
                </c:pt>
                <c:pt idx="159" formatCode="###,###,###,##0.0000">
                  <c:v>1.1851245421394005</c:v>
                </c:pt>
                <c:pt idx="160" formatCode="###,###,###,##0.0000">
                  <c:v>1.1966600025884333</c:v>
                </c:pt>
                <c:pt idx="161" formatCode="###,###,###,##0.0000">
                  <c:v>1.1992216840089878</c:v>
                </c:pt>
                <c:pt idx="162" formatCode="###,###,###,##0.0000">
                  <c:v>1.2119588823514897</c:v>
                </c:pt>
                <c:pt idx="163" formatCode="###,###,###,##0.0000">
                  <c:v>1.2209553788720255</c:v>
                </c:pt>
                <c:pt idx="164" formatCode="###,###,###,##0.0000">
                  <c:v>1.2285822533349853</c:v>
                </c:pt>
                <c:pt idx="165" formatCode="###,###,###,##0.0000">
                  <c:v>1.2277844998347454</c:v>
                </c:pt>
                <c:pt idx="166" formatCode="###,###,###,##0.0000">
                  <c:v>1.2346774492242281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graph!$M$1</c:f>
              <c:strCache>
                <c:ptCount val="1"/>
                <c:pt idx="0">
                  <c:v>stock</c:v>
                </c:pt>
              </c:strCache>
            </c:strRef>
          </c:tx>
          <c:marker>
            <c:symbol val="none"/>
          </c:marker>
          <c:cat>
            <c:numRef>
              <c:f>graph!$I$2:$I$168</c:f>
              <c:numCache>
                <c:formatCode>yyyy/m/d</c:formatCode>
                <c:ptCount val="167"/>
                <c:pt idx="0">
                  <c:v>41354</c:v>
                </c:pt>
                <c:pt idx="1">
                  <c:v>41355</c:v>
                </c:pt>
                <c:pt idx="2">
                  <c:v>41358</c:v>
                </c:pt>
                <c:pt idx="3">
                  <c:v>41359</c:v>
                </c:pt>
                <c:pt idx="4">
                  <c:v>41360</c:v>
                </c:pt>
                <c:pt idx="5">
                  <c:v>41361</c:v>
                </c:pt>
                <c:pt idx="6">
                  <c:v>41362</c:v>
                </c:pt>
                <c:pt idx="7">
                  <c:v>41365</c:v>
                </c:pt>
                <c:pt idx="8">
                  <c:v>41366</c:v>
                </c:pt>
                <c:pt idx="9">
                  <c:v>41367</c:v>
                </c:pt>
                <c:pt idx="10">
                  <c:v>41372</c:v>
                </c:pt>
                <c:pt idx="11">
                  <c:v>41373</c:v>
                </c:pt>
                <c:pt idx="12">
                  <c:v>41374</c:v>
                </c:pt>
                <c:pt idx="13">
                  <c:v>41375</c:v>
                </c:pt>
                <c:pt idx="14">
                  <c:v>41376</c:v>
                </c:pt>
                <c:pt idx="15">
                  <c:v>41379</c:v>
                </c:pt>
                <c:pt idx="16">
                  <c:v>41380</c:v>
                </c:pt>
                <c:pt idx="17">
                  <c:v>41381</c:v>
                </c:pt>
                <c:pt idx="18">
                  <c:v>41382</c:v>
                </c:pt>
                <c:pt idx="19">
                  <c:v>41383</c:v>
                </c:pt>
                <c:pt idx="20">
                  <c:v>41386</c:v>
                </c:pt>
                <c:pt idx="21">
                  <c:v>41387</c:v>
                </c:pt>
                <c:pt idx="22">
                  <c:v>41388</c:v>
                </c:pt>
                <c:pt idx="23">
                  <c:v>41389</c:v>
                </c:pt>
                <c:pt idx="24">
                  <c:v>41390</c:v>
                </c:pt>
                <c:pt idx="25">
                  <c:v>41396</c:v>
                </c:pt>
                <c:pt idx="26">
                  <c:v>41397</c:v>
                </c:pt>
                <c:pt idx="27">
                  <c:v>41400</c:v>
                </c:pt>
                <c:pt idx="28">
                  <c:v>41401</c:v>
                </c:pt>
                <c:pt idx="29">
                  <c:v>41402</c:v>
                </c:pt>
                <c:pt idx="30">
                  <c:v>41403</c:v>
                </c:pt>
                <c:pt idx="31">
                  <c:v>41404</c:v>
                </c:pt>
                <c:pt idx="32">
                  <c:v>41407</c:v>
                </c:pt>
                <c:pt idx="33">
                  <c:v>41408</c:v>
                </c:pt>
                <c:pt idx="34">
                  <c:v>41409</c:v>
                </c:pt>
                <c:pt idx="35">
                  <c:v>41410</c:v>
                </c:pt>
                <c:pt idx="36">
                  <c:v>41411</c:v>
                </c:pt>
                <c:pt idx="37">
                  <c:v>41414</c:v>
                </c:pt>
                <c:pt idx="38">
                  <c:v>41415</c:v>
                </c:pt>
                <c:pt idx="39">
                  <c:v>41416</c:v>
                </c:pt>
                <c:pt idx="40">
                  <c:v>41417</c:v>
                </c:pt>
                <c:pt idx="41">
                  <c:v>41418</c:v>
                </c:pt>
                <c:pt idx="42">
                  <c:v>41421</c:v>
                </c:pt>
                <c:pt idx="43">
                  <c:v>41422</c:v>
                </c:pt>
                <c:pt idx="44">
                  <c:v>41423</c:v>
                </c:pt>
                <c:pt idx="45">
                  <c:v>41424</c:v>
                </c:pt>
                <c:pt idx="46">
                  <c:v>41425</c:v>
                </c:pt>
                <c:pt idx="47">
                  <c:v>41428</c:v>
                </c:pt>
                <c:pt idx="48">
                  <c:v>41429</c:v>
                </c:pt>
                <c:pt idx="49">
                  <c:v>41430</c:v>
                </c:pt>
                <c:pt idx="50">
                  <c:v>41431</c:v>
                </c:pt>
                <c:pt idx="51">
                  <c:v>41432</c:v>
                </c:pt>
                <c:pt idx="52">
                  <c:v>41438</c:v>
                </c:pt>
                <c:pt idx="53">
                  <c:v>41439</c:v>
                </c:pt>
                <c:pt idx="54">
                  <c:v>41442</c:v>
                </c:pt>
                <c:pt idx="55">
                  <c:v>41443</c:v>
                </c:pt>
                <c:pt idx="56">
                  <c:v>41444</c:v>
                </c:pt>
                <c:pt idx="57">
                  <c:v>41445</c:v>
                </c:pt>
                <c:pt idx="58">
                  <c:v>41446</c:v>
                </c:pt>
                <c:pt idx="59">
                  <c:v>41449</c:v>
                </c:pt>
                <c:pt idx="60">
                  <c:v>41450</c:v>
                </c:pt>
                <c:pt idx="61">
                  <c:v>41451</c:v>
                </c:pt>
                <c:pt idx="62">
                  <c:v>41452</c:v>
                </c:pt>
                <c:pt idx="63">
                  <c:v>41453</c:v>
                </c:pt>
                <c:pt idx="64">
                  <c:v>41456</c:v>
                </c:pt>
                <c:pt idx="65">
                  <c:v>41457</c:v>
                </c:pt>
                <c:pt idx="66">
                  <c:v>41458</c:v>
                </c:pt>
                <c:pt idx="67">
                  <c:v>41459</c:v>
                </c:pt>
                <c:pt idx="68">
                  <c:v>41460</c:v>
                </c:pt>
                <c:pt idx="69">
                  <c:v>41463</c:v>
                </c:pt>
                <c:pt idx="70">
                  <c:v>41464</c:v>
                </c:pt>
                <c:pt idx="71">
                  <c:v>41465</c:v>
                </c:pt>
                <c:pt idx="72">
                  <c:v>41466</c:v>
                </c:pt>
                <c:pt idx="73">
                  <c:v>41467</c:v>
                </c:pt>
                <c:pt idx="74">
                  <c:v>41470</c:v>
                </c:pt>
                <c:pt idx="75">
                  <c:v>41471</c:v>
                </c:pt>
                <c:pt idx="76">
                  <c:v>41472</c:v>
                </c:pt>
                <c:pt idx="77">
                  <c:v>41473</c:v>
                </c:pt>
                <c:pt idx="78">
                  <c:v>41474</c:v>
                </c:pt>
                <c:pt idx="79">
                  <c:v>41477</c:v>
                </c:pt>
                <c:pt idx="80">
                  <c:v>41478</c:v>
                </c:pt>
                <c:pt idx="81">
                  <c:v>41479</c:v>
                </c:pt>
                <c:pt idx="82">
                  <c:v>41480</c:v>
                </c:pt>
                <c:pt idx="83">
                  <c:v>41481</c:v>
                </c:pt>
                <c:pt idx="84">
                  <c:v>41484</c:v>
                </c:pt>
                <c:pt idx="85">
                  <c:v>41485</c:v>
                </c:pt>
                <c:pt idx="86">
                  <c:v>41486</c:v>
                </c:pt>
                <c:pt idx="87">
                  <c:v>41487</c:v>
                </c:pt>
                <c:pt idx="88">
                  <c:v>41488</c:v>
                </c:pt>
                <c:pt idx="89">
                  <c:v>41491</c:v>
                </c:pt>
                <c:pt idx="90">
                  <c:v>41492</c:v>
                </c:pt>
                <c:pt idx="91">
                  <c:v>41493</c:v>
                </c:pt>
                <c:pt idx="92">
                  <c:v>41494</c:v>
                </c:pt>
                <c:pt idx="93">
                  <c:v>41495</c:v>
                </c:pt>
                <c:pt idx="94">
                  <c:v>41498</c:v>
                </c:pt>
                <c:pt idx="95">
                  <c:v>41499</c:v>
                </c:pt>
                <c:pt idx="96">
                  <c:v>41500</c:v>
                </c:pt>
                <c:pt idx="97">
                  <c:v>41501</c:v>
                </c:pt>
                <c:pt idx="98">
                  <c:v>41502</c:v>
                </c:pt>
                <c:pt idx="99">
                  <c:v>41505</c:v>
                </c:pt>
                <c:pt idx="100">
                  <c:v>41506</c:v>
                </c:pt>
                <c:pt idx="101">
                  <c:v>41507</c:v>
                </c:pt>
                <c:pt idx="102">
                  <c:v>41508</c:v>
                </c:pt>
                <c:pt idx="103">
                  <c:v>41509</c:v>
                </c:pt>
                <c:pt idx="104">
                  <c:v>41512</c:v>
                </c:pt>
                <c:pt idx="105">
                  <c:v>41513</c:v>
                </c:pt>
                <c:pt idx="106">
                  <c:v>41514</c:v>
                </c:pt>
                <c:pt idx="107">
                  <c:v>41515</c:v>
                </c:pt>
                <c:pt idx="108">
                  <c:v>41516</c:v>
                </c:pt>
                <c:pt idx="109">
                  <c:v>41519</c:v>
                </c:pt>
                <c:pt idx="110">
                  <c:v>41520</c:v>
                </c:pt>
                <c:pt idx="111">
                  <c:v>41521</c:v>
                </c:pt>
                <c:pt idx="112">
                  <c:v>41522</c:v>
                </c:pt>
                <c:pt idx="113">
                  <c:v>41523</c:v>
                </c:pt>
                <c:pt idx="114">
                  <c:v>41526</c:v>
                </c:pt>
                <c:pt idx="115">
                  <c:v>41527</c:v>
                </c:pt>
                <c:pt idx="116">
                  <c:v>41528</c:v>
                </c:pt>
                <c:pt idx="117">
                  <c:v>41529</c:v>
                </c:pt>
                <c:pt idx="118">
                  <c:v>41530</c:v>
                </c:pt>
                <c:pt idx="119">
                  <c:v>41533</c:v>
                </c:pt>
                <c:pt idx="120">
                  <c:v>41534</c:v>
                </c:pt>
                <c:pt idx="121">
                  <c:v>41535</c:v>
                </c:pt>
                <c:pt idx="122">
                  <c:v>41540</c:v>
                </c:pt>
                <c:pt idx="123">
                  <c:v>41541</c:v>
                </c:pt>
                <c:pt idx="124">
                  <c:v>41542</c:v>
                </c:pt>
                <c:pt idx="125">
                  <c:v>41543</c:v>
                </c:pt>
                <c:pt idx="126">
                  <c:v>41544</c:v>
                </c:pt>
                <c:pt idx="127">
                  <c:v>41547</c:v>
                </c:pt>
                <c:pt idx="128">
                  <c:v>41555</c:v>
                </c:pt>
                <c:pt idx="129">
                  <c:v>41556</c:v>
                </c:pt>
                <c:pt idx="130">
                  <c:v>41557</c:v>
                </c:pt>
                <c:pt idx="131">
                  <c:v>41558</c:v>
                </c:pt>
                <c:pt idx="132">
                  <c:v>41561</c:v>
                </c:pt>
                <c:pt idx="133">
                  <c:v>41562</c:v>
                </c:pt>
                <c:pt idx="134">
                  <c:v>41563</c:v>
                </c:pt>
                <c:pt idx="135">
                  <c:v>41564</c:v>
                </c:pt>
                <c:pt idx="136">
                  <c:v>41565</c:v>
                </c:pt>
                <c:pt idx="137">
                  <c:v>41568</c:v>
                </c:pt>
                <c:pt idx="138">
                  <c:v>41569</c:v>
                </c:pt>
                <c:pt idx="139">
                  <c:v>41570</c:v>
                </c:pt>
                <c:pt idx="140">
                  <c:v>41571</c:v>
                </c:pt>
                <c:pt idx="141">
                  <c:v>41572</c:v>
                </c:pt>
                <c:pt idx="142">
                  <c:v>41575</c:v>
                </c:pt>
                <c:pt idx="143">
                  <c:v>41576</c:v>
                </c:pt>
                <c:pt idx="144">
                  <c:v>41577</c:v>
                </c:pt>
                <c:pt idx="145">
                  <c:v>41578</c:v>
                </c:pt>
                <c:pt idx="146">
                  <c:v>41579</c:v>
                </c:pt>
                <c:pt idx="147">
                  <c:v>41582</c:v>
                </c:pt>
                <c:pt idx="148">
                  <c:v>41583</c:v>
                </c:pt>
                <c:pt idx="149">
                  <c:v>41584</c:v>
                </c:pt>
                <c:pt idx="150">
                  <c:v>41585</c:v>
                </c:pt>
                <c:pt idx="151">
                  <c:v>41586</c:v>
                </c:pt>
                <c:pt idx="152">
                  <c:v>41589</c:v>
                </c:pt>
                <c:pt idx="153">
                  <c:v>41590</c:v>
                </c:pt>
                <c:pt idx="154">
                  <c:v>41591</c:v>
                </c:pt>
                <c:pt idx="155">
                  <c:v>41592</c:v>
                </c:pt>
                <c:pt idx="156">
                  <c:v>41593</c:v>
                </c:pt>
                <c:pt idx="157">
                  <c:v>41596</c:v>
                </c:pt>
                <c:pt idx="158">
                  <c:v>41597</c:v>
                </c:pt>
                <c:pt idx="159">
                  <c:v>41598</c:v>
                </c:pt>
                <c:pt idx="160">
                  <c:v>41599</c:v>
                </c:pt>
                <c:pt idx="161">
                  <c:v>41600</c:v>
                </c:pt>
                <c:pt idx="162">
                  <c:v>41603</c:v>
                </c:pt>
                <c:pt idx="163">
                  <c:v>41604</c:v>
                </c:pt>
                <c:pt idx="164">
                  <c:v>41605</c:v>
                </c:pt>
                <c:pt idx="165">
                  <c:v>41606</c:v>
                </c:pt>
                <c:pt idx="166">
                  <c:v>41607</c:v>
                </c:pt>
              </c:numCache>
            </c:numRef>
          </c:cat>
          <c:val>
            <c:numRef>
              <c:f>graph!$M$2:$M$168</c:f>
              <c:numCache>
                <c:formatCode>###,###,###,##0.00</c:formatCode>
                <c:ptCount val="167"/>
                <c:pt idx="0">
                  <c:v>1</c:v>
                </c:pt>
                <c:pt idx="1">
                  <c:v>1.0299187184061878</c:v>
                </c:pt>
                <c:pt idx="2">
                  <c:v>1.0310661745781859</c:v>
                </c:pt>
                <c:pt idx="3">
                  <c:v>1.0398730542775254</c:v>
                </c:pt>
                <c:pt idx="4">
                  <c:v>1.0226346924648795</c:v>
                </c:pt>
                <c:pt idx="5">
                  <c:v>1.0036552001684318</c:v>
                </c:pt>
                <c:pt idx="6">
                  <c:v>1.0032808494596093</c:v>
                </c:pt>
                <c:pt idx="7">
                  <c:v>1.0044495411829688</c:v>
                </c:pt>
                <c:pt idx="8">
                  <c:v>0.99827658141853659</c:v>
                </c:pt>
                <c:pt idx="9">
                  <c:v>0.99419262176799406</c:v>
                </c:pt>
                <c:pt idx="10">
                  <c:v>0.99093305606487858</c:v>
                </c:pt>
                <c:pt idx="11">
                  <c:v>0.99133345189995525</c:v>
                </c:pt>
                <c:pt idx="12">
                  <c:v>1.0255981286981359</c:v>
                </c:pt>
                <c:pt idx="13">
                  <c:v>1.0152268837323706</c:v>
                </c:pt>
                <c:pt idx="14">
                  <c:v>1.0098679627366187</c:v>
                </c:pt>
                <c:pt idx="15">
                  <c:v>1.0081908689706875</c:v>
                </c:pt>
                <c:pt idx="16">
                  <c:v>1.0134412694292456</c:v>
                </c:pt>
                <c:pt idx="17">
                  <c:v>1.0164845889714622</c:v>
                </c:pt>
                <c:pt idx="18">
                  <c:v>1.0080711483808626</c:v>
                </c:pt>
                <c:pt idx="19">
                  <c:v>1.022972051288852</c:v>
                </c:pt>
                <c:pt idx="20">
                  <c:v>1.0316027232246068</c:v>
                </c:pt>
                <c:pt idx="21">
                  <c:v>1.0076012638074119</c:v>
                </c:pt>
                <c:pt idx="22">
                  <c:v>1.0259984756814078</c:v>
                </c:pt>
                <c:pt idx="23">
                  <c:v>1.0164957138802579</c:v>
                </c:pt>
                <c:pt idx="24">
                  <c:v>1.0066203939211738</c:v>
                </c:pt>
                <c:pt idx="25">
                  <c:v>0.99163724005449372</c:v>
                </c:pt>
                <c:pt idx="26">
                  <c:v>1.0105026253399298</c:v>
                </c:pt>
                <c:pt idx="27">
                  <c:v>1.018557698058338</c:v>
                </c:pt>
                <c:pt idx="28">
                  <c:v>1.0177828811375327</c:v>
                </c:pt>
                <c:pt idx="29">
                  <c:v>1.0323136318575301</c:v>
                </c:pt>
                <c:pt idx="30">
                  <c:v>1.0247321470083768</c:v>
                </c:pt>
                <c:pt idx="31">
                  <c:v>1.0393890607517906</c:v>
                </c:pt>
                <c:pt idx="32">
                  <c:v>1.0578997184745256</c:v>
                </c:pt>
                <c:pt idx="33">
                  <c:v>1.041569324539217</c:v>
                </c:pt>
                <c:pt idx="34">
                  <c:v>1.0281103457019509</c:v>
                </c:pt>
                <c:pt idx="35">
                  <c:v>1.0170371221913053</c:v>
                </c:pt>
                <c:pt idx="36">
                  <c:v>1.0217204485161644</c:v>
                </c:pt>
                <c:pt idx="37">
                  <c:v>1.0141296029477138</c:v>
                </c:pt>
                <c:pt idx="38">
                  <c:v>1.038086947299127</c:v>
                </c:pt>
                <c:pt idx="39">
                  <c:v>0.98418810239814369</c:v>
                </c:pt>
                <c:pt idx="40">
                  <c:v>0.9689959545542538</c:v>
                </c:pt>
                <c:pt idx="41">
                  <c:v>0.97374475301605112</c:v>
                </c:pt>
                <c:pt idx="42">
                  <c:v>0.98092351310709291</c:v>
                </c:pt>
                <c:pt idx="43">
                  <c:v>0.98489740004852133</c:v>
                </c:pt>
                <c:pt idx="44">
                  <c:v>0.98388229182685905</c:v>
                </c:pt>
                <c:pt idx="45">
                  <c:v>0.99197879634613384</c:v>
                </c:pt>
                <c:pt idx="46">
                  <c:v>0.99194220747020445</c:v>
                </c:pt>
                <c:pt idx="47">
                  <c:v>0.98874729317889398</c:v>
                </c:pt>
                <c:pt idx="48">
                  <c:v>0.97480141943615928</c:v>
                </c:pt>
                <c:pt idx="49">
                  <c:v>0.97871001560575432</c:v>
                </c:pt>
                <c:pt idx="50">
                  <c:v>0.97044711150552665</c:v>
                </c:pt>
                <c:pt idx="51">
                  <c:v>0.95199923458058799</c:v>
                </c:pt>
                <c:pt idx="52">
                  <c:v>0.93350070542737351</c:v>
                </c:pt>
                <c:pt idx="53">
                  <c:v>0.9415474603009335</c:v>
                </c:pt>
                <c:pt idx="54">
                  <c:v>0.94287763040319927</c:v>
                </c:pt>
                <c:pt idx="55">
                  <c:v>0.94765326543509265</c:v>
                </c:pt>
                <c:pt idx="56">
                  <c:v>0.95120336243907333</c:v>
                </c:pt>
                <c:pt idx="57">
                  <c:v>0.93374236694952861</c:v>
                </c:pt>
                <c:pt idx="58">
                  <c:v>0.92241353337791432</c:v>
                </c:pt>
                <c:pt idx="59">
                  <c:v>0.87242820390945164</c:v>
                </c:pt>
                <c:pt idx="60">
                  <c:v>0.86328482901312065</c:v>
                </c:pt>
                <c:pt idx="61">
                  <c:v>0.87098462062282789</c:v>
                </c:pt>
                <c:pt idx="62">
                  <c:v>0.86020490524742277</c:v>
                </c:pt>
                <c:pt idx="63">
                  <c:v>0.85349311145673334</c:v>
                </c:pt>
                <c:pt idx="64">
                  <c:v>0.86208076076599038</c:v>
                </c:pt>
                <c:pt idx="65">
                  <c:v>0.88531293347659989</c:v>
                </c:pt>
                <c:pt idx="66">
                  <c:v>0.89446726506616581</c:v>
                </c:pt>
                <c:pt idx="67">
                  <c:v>0.89909397944583291</c:v>
                </c:pt>
                <c:pt idx="68">
                  <c:v>0.89541410454127357</c:v>
                </c:pt>
                <c:pt idx="69">
                  <c:v>0.87575499395461764</c:v>
                </c:pt>
                <c:pt idx="70">
                  <c:v>0.87015650039497661</c:v>
                </c:pt>
                <c:pt idx="71">
                  <c:v>0.88991458198379159</c:v>
                </c:pt>
                <c:pt idx="72">
                  <c:v>0.91082043877790997</c:v>
                </c:pt>
                <c:pt idx="73">
                  <c:v>0.91117121722703465</c:v>
                </c:pt>
                <c:pt idx="74">
                  <c:v>0.92512375540606806</c:v>
                </c:pt>
                <c:pt idx="75">
                  <c:v>0.93469003408620599</c:v>
                </c:pt>
                <c:pt idx="76">
                  <c:v>0.92127730680847864</c:v>
                </c:pt>
                <c:pt idx="77">
                  <c:v>0.91703145090076987</c:v>
                </c:pt>
                <c:pt idx="78">
                  <c:v>0.89623125377998281</c:v>
                </c:pt>
                <c:pt idx="79">
                  <c:v>0.90503176567502919</c:v>
                </c:pt>
                <c:pt idx="80">
                  <c:v>0.93232368313905511</c:v>
                </c:pt>
                <c:pt idx="81">
                  <c:v>0.94154396664680684</c:v>
                </c:pt>
                <c:pt idx="82">
                  <c:v>0.93750563422668765</c:v>
                </c:pt>
                <c:pt idx="83">
                  <c:v>0.94518524022817263</c:v>
                </c:pt>
                <c:pt idx="84">
                  <c:v>0.93519425222155639</c:v>
                </c:pt>
                <c:pt idx="85">
                  <c:v>0.93235857589486359</c:v>
                </c:pt>
                <c:pt idx="86">
                  <c:v>0.92845309460703351</c:v>
                </c:pt>
                <c:pt idx="87">
                  <c:v>0.95287304084006252</c:v>
                </c:pt>
                <c:pt idx="88">
                  <c:v>0.96437262305045501</c:v>
                </c:pt>
                <c:pt idx="89">
                  <c:v>0.97877309964084613</c:v>
                </c:pt>
                <c:pt idx="90">
                  <c:v>0.99004569175819424</c:v>
                </c:pt>
                <c:pt idx="91">
                  <c:v>0.98019047063040265</c:v>
                </c:pt>
                <c:pt idx="92">
                  <c:v>0.98125825743673312</c:v>
                </c:pt>
                <c:pt idx="93">
                  <c:v>0.98242478844406256</c:v>
                </c:pt>
                <c:pt idx="94">
                  <c:v>0.99769875118113915</c:v>
                </c:pt>
                <c:pt idx="95">
                  <c:v>1.0121833531174298</c:v>
                </c:pt>
                <c:pt idx="96">
                  <c:v>1.0093022026384202</c:v>
                </c:pt>
                <c:pt idx="97">
                  <c:v>1.0018512037985039</c:v>
                </c:pt>
                <c:pt idx="98">
                  <c:v>0.99419829323669373</c:v>
                </c:pt>
                <c:pt idx="99">
                  <c:v>1.0092976193848493</c:v>
                </c:pt>
                <c:pt idx="100">
                  <c:v>1.0298940549381301</c:v>
                </c:pt>
                <c:pt idx="101">
                  <c:v>1.0390651954923849</c:v>
                </c:pt>
                <c:pt idx="102">
                  <c:v>1.0413119319915134</c:v>
                </c:pt>
                <c:pt idx="103">
                  <c:v>1.0420216117460799</c:v>
                </c:pt>
                <c:pt idx="104">
                  <c:v>1.0604376326068281</c:v>
                </c:pt>
                <c:pt idx="105">
                  <c:v>1.073006165470888</c:v>
                </c:pt>
                <c:pt idx="106">
                  <c:v>1.0652508886595509</c:v>
                </c:pt>
                <c:pt idx="107">
                  <c:v>1.0502051954514708</c:v>
                </c:pt>
                <c:pt idx="108">
                  <c:v>1.0415800383673248</c:v>
                </c:pt>
                <c:pt idx="109">
                  <c:v>1.04257112399409</c:v>
                </c:pt>
                <c:pt idx="110">
                  <c:v>1.0522896288975625</c:v>
                </c:pt>
                <c:pt idx="111">
                  <c:v>1.0558185002782163</c:v>
                </c:pt>
                <c:pt idx="112">
                  <c:v>1.0571393756636016</c:v>
                </c:pt>
                <c:pt idx="113">
                  <c:v>1.0642262547541967</c:v>
                </c:pt>
                <c:pt idx="114">
                  <c:v>1.0722881936290489</c:v>
                </c:pt>
                <c:pt idx="115">
                  <c:v>1.0788834316594529</c:v>
                </c:pt>
                <c:pt idx="116">
                  <c:v>1.0758252191275095</c:v>
                </c:pt>
                <c:pt idx="117">
                  <c:v>1.0728449107926608</c:v>
                </c:pt>
                <c:pt idx="118">
                  <c:v>1.0779339321979498</c:v>
                </c:pt>
                <c:pt idx="119">
                  <c:v>1.0830669416561041</c:v>
                </c:pt>
                <c:pt idx="120">
                  <c:v>1.0777456242910357</c:v>
                </c:pt>
                <c:pt idx="121">
                  <c:v>1.0782066839468101</c:v>
                </c:pt>
                <c:pt idx="122">
                  <c:v>1.0921065471287601</c:v>
                </c:pt>
                <c:pt idx="123">
                  <c:v>1.1037100841031817</c:v>
                </c:pt>
                <c:pt idx="124">
                  <c:v>1.1100188556935944</c:v>
                </c:pt>
                <c:pt idx="125">
                  <c:v>1.0997439525474511</c:v>
                </c:pt>
                <c:pt idx="126">
                  <c:v>1.0885199175270148</c:v>
                </c:pt>
                <c:pt idx="127">
                  <c:v>1.0938151796581081</c:v>
                </c:pt>
                <c:pt idx="128">
                  <c:v>1.1091640058030499</c:v>
                </c:pt>
                <c:pt idx="129">
                  <c:v>1.1284402300759993</c:v>
                </c:pt>
                <c:pt idx="130">
                  <c:v>1.1269429179136083</c:v>
                </c:pt>
                <c:pt idx="131">
                  <c:v>1.1411415547945301</c:v>
                </c:pt>
                <c:pt idx="132">
                  <c:v>1.1603503795836263</c:v>
                </c:pt>
                <c:pt idx="133" formatCode="###,###,###,##0.0000">
                  <c:v>1.1713272168918964</c:v>
                </c:pt>
                <c:pt idx="134" formatCode="###,###,###,##0.0000">
                  <c:v>1.1536932678901057</c:v>
                </c:pt>
                <c:pt idx="135" formatCode="###,###,###,##0.0000">
                  <c:v>1.1399027949188087</c:v>
                </c:pt>
                <c:pt idx="136" formatCode="###,###,###,##0.0000">
                  <c:v>1.1451173877736085</c:v>
                </c:pt>
                <c:pt idx="137" formatCode="###,###,###,##0.0000">
                  <c:v>1.1639591601421626</c:v>
                </c:pt>
                <c:pt idx="138" formatCode="###,###,###,##0.0000">
                  <c:v>1.163073502407266</c:v>
                </c:pt>
                <c:pt idx="139" formatCode="###,###,###,##0.0000">
                  <c:v>1.1454240607896198</c:v>
                </c:pt>
                <c:pt idx="140" formatCode="###,###,###,##0.0000">
                  <c:v>1.1313078463022841</c:v>
                </c:pt>
                <c:pt idx="141" formatCode="###,###,###,##0.0000">
                  <c:v>1.1114898753744018</c:v>
                </c:pt>
                <c:pt idx="142" formatCode="###,###,###,##0.0000">
                  <c:v>1.1092464574300898</c:v>
                </c:pt>
                <c:pt idx="143" formatCode="###,###,###,##0.0000">
                  <c:v>1.0940313266792681</c:v>
                </c:pt>
                <c:pt idx="144" formatCode="###,###,###,##0.0000">
                  <c:v>1.100786276630894</c:v>
                </c:pt>
                <c:pt idx="145" formatCode="###,###,###,##0.0000">
                  <c:v>1.0892439791335189</c:v>
                </c:pt>
                <c:pt idx="146" formatCode="###,###,###,##0.0000">
                  <c:v>1.0819035316741108</c:v>
                </c:pt>
                <c:pt idx="147" formatCode="###,###,###,##0.0000">
                  <c:v>1.0815113462936539</c:v>
                </c:pt>
                <c:pt idx="148" formatCode="###,###,###,##0.0000">
                  <c:v>1.095486964972926</c:v>
                </c:pt>
                <c:pt idx="149" formatCode="###,###,###,##0.0000">
                  <c:v>1.0977287486096901</c:v>
                </c:pt>
                <c:pt idx="150" formatCode="###,###,###,##0.0000">
                  <c:v>1.0834190623201978</c:v>
                </c:pt>
                <c:pt idx="151" formatCode="###,###,###,##0.0000">
                  <c:v>1.0601402186705895</c:v>
                </c:pt>
                <c:pt idx="152" formatCode="###,###,###,##0.0000">
                  <c:v>1.0552023943392252</c:v>
                </c:pt>
                <c:pt idx="153" formatCode="###,###,###,##0.0000">
                  <c:v>1.0643000718614941</c:v>
                </c:pt>
                <c:pt idx="154" formatCode="###,###,###,##0.0000">
                  <c:v>1.048973402991684</c:v>
                </c:pt>
                <c:pt idx="155" formatCode="###,###,###,##0.0000">
                  <c:v>1.0555647084055726</c:v>
                </c:pt>
                <c:pt idx="156" formatCode="###,###,###,##0.0000">
                  <c:v>1.0817211276214558</c:v>
                </c:pt>
                <c:pt idx="157" formatCode="###,###,###,##0.0000">
                  <c:v>1.1177052435256714</c:v>
                </c:pt>
                <c:pt idx="158" formatCode="###,###,###,##0.0000">
                  <c:v>1.142229335787758</c:v>
                </c:pt>
                <c:pt idx="159" formatCode="###,###,###,##0.0000">
                  <c:v>1.1653922849149136</c:v>
                </c:pt>
                <c:pt idx="160" formatCode="###,###,###,##0.0000">
                  <c:v>1.1730591074933965</c:v>
                </c:pt>
                <c:pt idx="161" formatCode="###,###,###,##0.0000">
                  <c:v>1.1709753503973048</c:v>
                </c:pt>
                <c:pt idx="162" formatCode="###,###,###,##0.0000">
                  <c:v>1.1743265784619661</c:v>
                </c:pt>
                <c:pt idx="163" formatCode="###,###,###,##0.0000">
                  <c:v>1.1799822516375624</c:v>
                </c:pt>
                <c:pt idx="164" formatCode="###,###,###,##0.0000">
                  <c:v>1.1925322233209561</c:v>
                </c:pt>
                <c:pt idx="165" formatCode="###,###,###,##0.0000">
                  <c:v>1.2046997263902992</c:v>
                </c:pt>
                <c:pt idx="166" formatCode="###,###,###,##0.0000">
                  <c:v>1.2180985128850488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39507832"/>
        <c:axId val="239508224"/>
      </c:lineChart>
      <c:dateAx>
        <c:axId val="239507832"/>
        <c:scaling>
          <c:orientation val="minMax"/>
        </c:scaling>
        <c:delete val="0"/>
        <c:axPos val="b"/>
        <c:numFmt formatCode="yyyy/m/d" sourceLinked="1"/>
        <c:majorTickMark val="out"/>
        <c:minorTickMark val="none"/>
        <c:tickLblPos val="nextTo"/>
        <c:txPr>
          <a:bodyPr/>
          <a:lstStyle/>
          <a:p>
            <a:pPr>
              <a:defRPr sz="600" baseline="0"/>
            </a:pPr>
            <a:endParaRPr lang="zh-CN"/>
          </a:p>
        </c:txPr>
        <c:crossAx val="239508224"/>
        <c:crosses val="autoZero"/>
        <c:auto val="1"/>
        <c:lblOffset val="100"/>
        <c:baseTimeUnit val="days"/>
      </c:dateAx>
      <c:valAx>
        <c:axId val="239508224"/>
        <c:scaling>
          <c:orientation val="minMax"/>
          <c:max val="1.3"/>
          <c:min val="0.8"/>
        </c:scaling>
        <c:delete val="0"/>
        <c:axPos val="l"/>
        <c:majorGridlines/>
        <c:numFmt formatCode="###,###,###,##0.00" sourceLinked="1"/>
        <c:majorTickMark val="out"/>
        <c:minorTickMark val="none"/>
        <c:tickLblPos val="nextTo"/>
        <c:crossAx val="239507832"/>
        <c:crosses val="autoZero"/>
        <c:crossBetween val="between"/>
        <c:majorUnit val="5.0000000000000024E-2"/>
        <c:minorUnit val="1.0000000000000007E-2"/>
      </c:valAx>
    </c:plotArea>
    <c:legend>
      <c:legendPos val="r"/>
      <c:layout>
        <c:manualLayout>
          <c:xMode val="edge"/>
          <c:yMode val="edge"/>
          <c:x val="0.24624358446886918"/>
          <c:y val="4.8209992981138317E-2"/>
          <c:w val="0.13492665391302369"/>
          <c:h val="0.3624289285997519"/>
        </c:manualLayout>
      </c:layout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aseline="0"/>
            </a:pPr>
            <a:r>
              <a:rPr lang="zh-CN" altLang="en-US" sz="1200" baseline="0"/>
              <a:t>组合仓位与指数走势</a:t>
            </a:r>
          </a:p>
        </c:rich>
      </c:tx>
      <c:layout/>
      <c:overlay val="1"/>
    </c:title>
    <c:autoTitleDeleted val="0"/>
    <c:plotArea>
      <c:layout>
        <c:manualLayout>
          <c:layoutTarget val="inner"/>
          <c:xMode val="edge"/>
          <c:yMode val="edge"/>
          <c:x val="7.3002495941413725E-2"/>
          <c:y val="0.12214069430776231"/>
          <c:w val="0.84187971510023762"/>
          <c:h val="0.75746105536111963"/>
        </c:manualLayout>
      </c:layout>
      <c:areaChart>
        <c:grouping val="standard"/>
        <c:varyColors val="0"/>
        <c:ser>
          <c:idx val="0"/>
          <c:order val="0"/>
          <c:tx>
            <c:strRef>
              <c:f>图1!$B$1</c:f>
              <c:strCache>
                <c:ptCount val="1"/>
                <c:pt idx="0">
                  <c:v>裸多/空比例</c:v>
                </c:pt>
              </c:strCache>
            </c:strRef>
          </c:tx>
          <c:cat>
            <c:numRef>
              <c:f>图1!$A$16:$A$182</c:f>
              <c:numCache>
                <c:formatCode>yyyy/m/d</c:formatCode>
                <c:ptCount val="167"/>
                <c:pt idx="0">
                  <c:v>41354</c:v>
                </c:pt>
                <c:pt idx="1">
                  <c:v>41355</c:v>
                </c:pt>
                <c:pt idx="2">
                  <c:v>41358</c:v>
                </c:pt>
                <c:pt idx="3">
                  <c:v>41359</c:v>
                </c:pt>
                <c:pt idx="4">
                  <c:v>41360</c:v>
                </c:pt>
                <c:pt idx="5">
                  <c:v>41361</c:v>
                </c:pt>
                <c:pt idx="6">
                  <c:v>41362</c:v>
                </c:pt>
                <c:pt idx="7">
                  <c:v>41365</c:v>
                </c:pt>
                <c:pt idx="8">
                  <c:v>41366</c:v>
                </c:pt>
                <c:pt idx="9">
                  <c:v>41367</c:v>
                </c:pt>
                <c:pt idx="10">
                  <c:v>41372</c:v>
                </c:pt>
                <c:pt idx="11">
                  <c:v>41373</c:v>
                </c:pt>
                <c:pt idx="12">
                  <c:v>41374</c:v>
                </c:pt>
                <c:pt idx="13">
                  <c:v>41375</c:v>
                </c:pt>
                <c:pt idx="14">
                  <c:v>41376</c:v>
                </c:pt>
                <c:pt idx="15">
                  <c:v>41379</c:v>
                </c:pt>
                <c:pt idx="16">
                  <c:v>41380</c:v>
                </c:pt>
                <c:pt idx="17">
                  <c:v>41381</c:v>
                </c:pt>
                <c:pt idx="18">
                  <c:v>41382</c:v>
                </c:pt>
                <c:pt idx="19">
                  <c:v>41383</c:v>
                </c:pt>
                <c:pt idx="20">
                  <c:v>41386</c:v>
                </c:pt>
                <c:pt idx="21">
                  <c:v>41387</c:v>
                </c:pt>
                <c:pt idx="22">
                  <c:v>41388</c:v>
                </c:pt>
                <c:pt idx="23">
                  <c:v>41389</c:v>
                </c:pt>
                <c:pt idx="24">
                  <c:v>41390</c:v>
                </c:pt>
                <c:pt idx="25">
                  <c:v>41396</c:v>
                </c:pt>
                <c:pt idx="26">
                  <c:v>41397</c:v>
                </c:pt>
                <c:pt idx="27">
                  <c:v>41400</c:v>
                </c:pt>
                <c:pt idx="28">
                  <c:v>41401</c:v>
                </c:pt>
                <c:pt idx="29">
                  <c:v>41402</c:v>
                </c:pt>
                <c:pt idx="30">
                  <c:v>41403</c:v>
                </c:pt>
                <c:pt idx="31">
                  <c:v>41404</c:v>
                </c:pt>
                <c:pt idx="32">
                  <c:v>41407</c:v>
                </c:pt>
                <c:pt idx="33">
                  <c:v>41408</c:v>
                </c:pt>
                <c:pt idx="34">
                  <c:v>41409</c:v>
                </c:pt>
                <c:pt idx="35">
                  <c:v>41410</c:v>
                </c:pt>
                <c:pt idx="36">
                  <c:v>41411</c:v>
                </c:pt>
                <c:pt idx="37">
                  <c:v>41414</c:v>
                </c:pt>
                <c:pt idx="38">
                  <c:v>41415</c:v>
                </c:pt>
                <c:pt idx="39">
                  <c:v>41416</c:v>
                </c:pt>
                <c:pt idx="40">
                  <c:v>41417</c:v>
                </c:pt>
                <c:pt idx="41">
                  <c:v>41418</c:v>
                </c:pt>
                <c:pt idx="42">
                  <c:v>41421</c:v>
                </c:pt>
                <c:pt idx="43">
                  <c:v>41422</c:v>
                </c:pt>
                <c:pt idx="44">
                  <c:v>41423</c:v>
                </c:pt>
                <c:pt idx="45">
                  <c:v>41424</c:v>
                </c:pt>
                <c:pt idx="46">
                  <c:v>41425</c:v>
                </c:pt>
                <c:pt idx="47">
                  <c:v>41428</c:v>
                </c:pt>
                <c:pt idx="48">
                  <c:v>41429</c:v>
                </c:pt>
                <c:pt idx="49">
                  <c:v>41430</c:v>
                </c:pt>
                <c:pt idx="50">
                  <c:v>41431</c:v>
                </c:pt>
                <c:pt idx="51">
                  <c:v>41432</c:v>
                </c:pt>
                <c:pt idx="52">
                  <c:v>41438</c:v>
                </c:pt>
                <c:pt idx="53">
                  <c:v>41439</c:v>
                </c:pt>
                <c:pt idx="54">
                  <c:v>41442</c:v>
                </c:pt>
                <c:pt idx="55">
                  <c:v>41443</c:v>
                </c:pt>
                <c:pt idx="56">
                  <c:v>41444</c:v>
                </c:pt>
                <c:pt idx="57">
                  <c:v>41445</c:v>
                </c:pt>
                <c:pt idx="58">
                  <c:v>41446</c:v>
                </c:pt>
                <c:pt idx="59">
                  <c:v>41449</c:v>
                </c:pt>
                <c:pt idx="60">
                  <c:v>41450</c:v>
                </c:pt>
                <c:pt idx="61">
                  <c:v>41451</c:v>
                </c:pt>
                <c:pt idx="62">
                  <c:v>41452</c:v>
                </c:pt>
                <c:pt idx="63">
                  <c:v>41453</c:v>
                </c:pt>
                <c:pt idx="64">
                  <c:v>41456</c:v>
                </c:pt>
                <c:pt idx="65">
                  <c:v>41457</c:v>
                </c:pt>
                <c:pt idx="66">
                  <c:v>41458</c:v>
                </c:pt>
                <c:pt idx="67">
                  <c:v>41459</c:v>
                </c:pt>
                <c:pt idx="68">
                  <c:v>41460</c:v>
                </c:pt>
                <c:pt idx="69">
                  <c:v>41463</c:v>
                </c:pt>
                <c:pt idx="70">
                  <c:v>41464</c:v>
                </c:pt>
                <c:pt idx="71">
                  <c:v>41465</c:v>
                </c:pt>
                <c:pt idx="72">
                  <c:v>41466</c:v>
                </c:pt>
                <c:pt idx="73">
                  <c:v>41467</c:v>
                </c:pt>
                <c:pt idx="74">
                  <c:v>41470</c:v>
                </c:pt>
                <c:pt idx="75">
                  <c:v>41471</c:v>
                </c:pt>
                <c:pt idx="76">
                  <c:v>41472</c:v>
                </c:pt>
                <c:pt idx="77">
                  <c:v>41473</c:v>
                </c:pt>
                <c:pt idx="78">
                  <c:v>41474</c:v>
                </c:pt>
                <c:pt idx="79">
                  <c:v>41477</c:v>
                </c:pt>
                <c:pt idx="80">
                  <c:v>41478</c:v>
                </c:pt>
                <c:pt idx="81">
                  <c:v>41479</c:v>
                </c:pt>
                <c:pt idx="82">
                  <c:v>41480</c:v>
                </c:pt>
                <c:pt idx="83">
                  <c:v>41481</c:v>
                </c:pt>
                <c:pt idx="84">
                  <c:v>41484</c:v>
                </c:pt>
                <c:pt idx="85">
                  <c:v>41485</c:v>
                </c:pt>
                <c:pt idx="86">
                  <c:v>41486</c:v>
                </c:pt>
                <c:pt idx="87">
                  <c:v>41487</c:v>
                </c:pt>
                <c:pt idx="88">
                  <c:v>41488</c:v>
                </c:pt>
                <c:pt idx="89">
                  <c:v>41491</c:v>
                </c:pt>
                <c:pt idx="90">
                  <c:v>41492</c:v>
                </c:pt>
                <c:pt idx="91">
                  <c:v>41493</c:v>
                </c:pt>
                <c:pt idx="92">
                  <c:v>41494</c:v>
                </c:pt>
                <c:pt idx="93">
                  <c:v>41495</c:v>
                </c:pt>
                <c:pt idx="94">
                  <c:v>41498</c:v>
                </c:pt>
                <c:pt idx="95">
                  <c:v>41499</c:v>
                </c:pt>
                <c:pt idx="96">
                  <c:v>41500</c:v>
                </c:pt>
                <c:pt idx="97">
                  <c:v>41501</c:v>
                </c:pt>
                <c:pt idx="98">
                  <c:v>41502</c:v>
                </c:pt>
                <c:pt idx="99">
                  <c:v>41505</c:v>
                </c:pt>
                <c:pt idx="100">
                  <c:v>41506</c:v>
                </c:pt>
                <c:pt idx="101">
                  <c:v>41507</c:v>
                </c:pt>
                <c:pt idx="102">
                  <c:v>41508</c:v>
                </c:pt>
                <c:pt idx="103">
                  <c:v>41509</c:v>
                </c:pt>
                <c:pt idx="104">
                  <c:v>41512</c:v>
                </c:pt>
                <c:pt idx="105">
                  <c:v>41513</c:v>
                </c:pt>
                <c:pt idx="106">
                  <c:v>41514</c:v>
                </c:pt>
                <c:pt idx="107">
                  <c:v>41515</c:v>
                </c:pt>
                <c:pt idx="108">
                  <c:v>41516</c:v>
                </c:pt>
                <c:pt idx="109">
                  <c:v>41519</c:v>
                </c:pt>
                <c:pt idx="110">
                  <c:v>41520</c:v>
                </c:pt>
                <c:pt idx="111">
                  <c:v>41521</c:v>
                </c:pt>
                <c:pt idx="112">
                  <c:v>41522</c:v>
                </c:pt>
                <c:pt idx="113">
                  <c:v>41523</c:v>
                </c:pt>
                <c:pt idx="114">
                  <c:v>41526</c:v>
                </c:pt>
                <c:pt idx="115">
                  <c:v>41527</c:v>
                </c:pt>
                <c:pt idx="116">
                  <c:v>41528</c:v>
                </c:pt>
                <c:pt idx="117">
                  <c:v>41529</c:v>
                </c:pt>
                <c:pt idx="118">
                  <c:v>41530</c:v>
                </c:pt>
                <c:pt idx="119">
                  <c:v>41533</c:v>
                </c:pt>
                <c:pt idx="120">
                  <c:v>41534</c:v>
                </c:pt>
                <c:pt idx="121">
                  <c:v>41535</c:v>
                </c:pt>
                <c:pt idx="122">
                  <c:v>41540</c:v>
                </c:pt>
                <c:pt idx="123">
                  <c:v>41541</c:v>
                </c:pt>
                <c:pt idx="124">
                  <c:v>41542</c:v>
                </c:pt>
                <c:pt idx="125">
                  <c:v>41543</c:v>
                </c:pt>
                <c:pt idx="126">
                  <c:v>41544</c:v>
                </c:pt>
                <c:pt idx="127">
                  <c:v>41547</c:v>
                </c:pt>
                <c:pt idx="128">
                  <c:v>41555</c:v>
                </c:pt>
                <c:pt idx="129">
                  <c:v>41556</c:v>
                </c:pt>
                <c:pt idx="130">
                  <c:v>41557</c:v>
                </c:pt>
                <c:pt idx="131">
                  <c:v>41558</c:v>
                </c:pt>
                <c:pt idx="132">
                  <c:v>41561</c:v>
                </c:pt>
                <c:pt idx="133">
                  <c:v>41562</c:v>
                </c:pt>
                <c:pt idx="134">
                  <c:v>41563</c:v>
                </c:pt>
                <c:pt idx="135">
                  <c:v>41564</c:v>
                </c:pt>
                <c:pt idx="136">
                  <c:v>41565</c:v>
                </c:pt>
                <c:pt idx="137">
                  <c:v>41568</c:v>
                </c:pt>
                <c:pt idx="138">
                  <c:v>41569</c:v>
                </c:pt>
                <c:pt idx="139">
                  <c:v>41570</c:v>
                </c:pt>
                <c:pt idx="140">
                  <c:v>41571</c:v>
                </c:pt>
                <c:pt idx="141">
                  <c:v>41572</c:v>
                </c:pt>
                <c:pt idx="142">
                  <c:v>41575</c:v>
                </c:pt>
                <c:pt idx="143">
                  <c:v>41576</c:v>
                </c:pt>
                <c:pt idx="144">
                  <c:v>41577</c:v>
                </c:pt>
                <c:pt idx="145">
                  <c:v>41578</c:v>
                </c:pt>
                <c:pt idx="146">
                  <c:v>41579</c:v>
                </c:pt>
                <c:pt idx="147">
                  <c:v>41582</c:v>
                </c:pt>
                <c:pt idx="148">
                  <c:v>41583</c:v>
                </c:pt>
                <c:pt idx="149">
                  <c:v>41584</c:v>
                </c:pt>
                <c:pt idx="150">
                  <c:v>41585</c:v>
                </c:pt>
                <c:pt idx="151">
                  <c:v>41586</c:v>
                </c:pt>
                <c:pt idx="152">
                  <c:v>41589</c:v>
                </c:pt>
                <c:pt idx="153">
                  <c:v>41590</c:v>
                </c:pt>
                <c:pt idx="154">
                  <c:v>41591</c:v>
                </c:pt>
                <c:pt idx="155">
                  <c:v>41592</c:v>
                </c:pt>
                <c:pt idx="156">
                  <c:v>41593</c:v>
                </c:pt>
                <c:pt idx="157">
                  <c:v>41596</c:v>
                </c:pt>
                <c:pt idx="158">
                  <c:v>41597</c:v>
                </c:pt>
                <c:pt idx="159">
                  <c:v>41598</c:v>
                </c:pt>
                <c:pt idx="160">
                  <c:v>41599</c:v>
                </c:pt>
                <c:pt idx="161">
                  <c:v>41600</c:v>
                </c:pt>
                <c:pt idx="162">
                  <c:v>41603</c:v>
                </c:pt>
                <c:pt idx="163">
                  <c:v>41604</c:v>
                </c:pt>
                <c:pt idx="164">
                  <c:v>41605</c:v>
                </c:pt>
                <c:pt idx="165">
                  <c:v>41606</c:v>
                </c:pt>
                <c:pt idx="166">
                  <c:v>41607</c:v>
                </c:pt>
              </c:numCache>
            </c:numRef>
          </c:cat>
          <c:val>
            <c:numRef>
              <c:f>图1!$B$16:$B$182</c:f>
              <c:numCache>
                <c:formatCode>0%</c:formatCode>
                <c:ptCount val="167"/>
                <c:pt idx="0">
                  <c:v>0.38489847933960297</c:v>
                </c:pt>
                <c:pt idx="1">
                  <c:v>7.6188569639251219E-2</c:v>
                </c:pt>
                <c:pt idx="2">
                  <c:v>5.0976065891716937E-2</c:v>
                </c:pt>
                <c:pt idx="3">
                  <c:v>2.2574693810153278E-2</c:v>
                </c:pt>
                <c:pt idx="4">
                  <c:v>6.0281009328100835E-2</c:v>
                </c:pt>
                <c:pt idx="5">
                  <c:v>5.6875775429335085E-2</c:v>
                </c:pt>
                <c:pt idx="6">
                  <c:v>4.0154885316235629E-2</c:v>
                </c:pt>
                <c:pt idx="7">
                  <c:v>4.7278904630119557E-2</c:v>
                </c:pt>
                <c:pt idx="8">
                  <c:v>-1.5738643383586651E-4</c:v>
                </c:pt>
                <c:pt idx="9">
                  <c:v>3.8377606432828136E-2</c:v>
                </c:pt>
                <c:pt idx="10">
                  <c:v>0.25295634323165622</c:v>
                </c:pt>
                <c:pt idx="11">
                  <c:v>0.33014704200259259</c:v>
                </c:pt>
                <c:pt idx="12">
                  <c:v>4.4841281560985567E-2</c:v>
                </c:pt>
                <c:pt idx="13">
                  <c:v>-4.1277610263701525E-2</c:v>
                </c:pt>
                <c:pt idx="14">
                  <c:v>1.3472548318522301E-2</c:v>
                </c:pt>
                <c:pt idx="15">
                  <c:v>1.6452546850975122E-2</c:v>
                </c:pt>
                <c:pt idx="16">
                  <c:v>-4.9481419417586364E-4</c:v>
                </c:pt>
                <c:pt idx="17">
                  <c:v>-2.7765972818889421E-2</c:v>
                </c:pt>
                <c:pt idx="18">
                  <c:v>0.20427700683891978</c:v>
                </c:pt>
                <c:pt idx="19">
                  <c:v>0.28762908541108428</c:v>
                </c:pt>
                <c:pt idx="20">
                  <c:v>1.7963488806727039E-3</c:v>
                </c:pt>
                <c:pt idx="21">
                  <c:v>9.6038434149911034E-2</c:v>
                </c:pt>
                <c:pt idx="22">
                  <c:v>6.1785271053280431E-2</c:v>
                </c:pt>
                <c:pt idx="23">
                  <c:v>-3.042993636168299E-2</c:v>
                </c:pt>
                <c:pt idx="24">
                  <c:v>4.2964357165147071E-2</c:v>
                </c:pt>
                <c:pt idx="25">
                  <c:v>3.4340512232059021E-2</c:v>
                </c:pt>
                <c:pt idx="26">
                  <c:v>-8.8685738969844538E-2</c:v>
                </c:pt>
                <c:pt idx="27">
                  <c:v>3.5496273546143215E-3</c:v>
                </c:pt>
                <c:pt idx="28">
                  <c:v>1.820582671025274E-2</c:v>
                </c:pt>
                <c:pt idx="29">
                  <c:v>-1.2988519528984891E-2</c:v>
                </c:pt>
                <c:pt idx="30">
                  <c:v>-1.4681150487324445E-2</c:v>
                </c:pt>
                <c:pt idx="31">
                  <c:v>0.2028074313337522</c:v>
                </c:pt>
                <c:pt idx="32">
                  <c:v>-4.8679724836921913E-3</c:v>
                </c:pt>
                <c:pt idx="33">
                  <c:v>-1.1045222270458321E-3</c:v>
                </c:pt>
                <c:pt idx="34">
                  <c:v>0.1741345837095003</c:v>
                </c:pt>
                <c:pt idx="35">
                  <c:v>0.47830901093205558</c:v>
                </c:pt>
                <c:pt idx="36">
                  <c:v>0.53215976717096058</c:v>
                </c:pt>
                <c:pt idx="37">
                  <c:v>0.68197392911288202</c:v>
                </c:pt>
                <c:pt idx="38">
                  <c:v>0.26978978032777312</c:v>
                </c:pt>
                <c:pt idx="39">
                  <c:v>0.13920045495882091</c:v>
                </c:pt>
                <c:pt idx="40">
                  <c:v>-1.0982708409045206E-3</c:v>
                </c:pt>
                <c:pt idx="41">
                  <c:v>2.5408492988443554E-2</c:v>
                </c:pt>
                <c:pt idx="42">
                  <c:v>0.31289319691464312</c:v>
                </c:pt>
                <c:pt idx="43">
                  <c:v>0.77367571815390768</c:v>
                </c:pt>
                <c:pt idx="44">
                  <c:v>0.2674440835023193</c:v>
                </c:pt>
                <c:pt idx="45">
                  <c:v>0.36328410905612685</c:v>
                </c:pt>
                <c:pt idx="46">
                  <c:v>0.45511471307712437</c:v>
                </c:pt>
                <c:pt idx="47">
                  <c:v>1.9007411860399143E-2</c:v>
                </c:pt>
                <c:pt idx="48">
                  <c:v>-1.5371486979180489E-2</c:v>
                </c:pt>
                <c:pt idx="49">
                  <c:v>0.42187632832763838</c:v>
                </c:pt>
                <c:pt idx="50">
                  <c:v>0.28870092324397173</c:v>
                </c:pt>
                <c:pt idx="51">
                  <c:v>0.34582838083147455</c:v>
                </c:pt>
                <c:pt idx="52">
                  <c:v>0.33894048863781256</c:v>
                </c:pt>
                <c:pt idx="53">
                  <c:v>7.794168925302733E-2</c:v>
                </c:pt>
                <c:pt idx="54">
                  <c:v>4.2641862911435055E-2</c:v>
                </c:pt>
                <c:pt idx="55">
                  <c:v>0.2829172004345899</c:v>
                </c:pt>
                <c:pt idx="56">
                  <c:v>3.0595582862747391E-3</c:v>
                </c:pt>
                <c:pt idx="57">
                  <c:v>4.6178403901250283E-4</c:v>
                </c:pt>
                <c:pt idx="58">
                  <c:v>5.0595963430738244E-2</c:v>
                </c:pt>
                <c:pt idx="59">
                  <c:v>0.19530711160287798</c:v>
                </c:pt>
                <c:pt idx="60">
                  <c:v>0.20582155904616675</c:v>
                </c:pt>
                <c:pt idx="61">
                  <c:v>3.8942991158005306E-2</c:v>
                </c:pt>
                <c:pt idx="62">
                  <c:v>7.7779858462607765E-2</c:v>
                </c:pt>
                <c:pt idx="63">
                  <c:v>9.0666219057900121E-2</c:v>
                </c:pt>
                <c:pt idx="64">
                  <c:v>8.2981402787022748E-2</c:v>
                </c:pt>
                <c:pt idx="65">
                  <c:v>0.12723515251530981</c:v>
                </c:pt>
                <c:pt idx="66">
                  <c:v>0.15247414651188207</c:v>
                </c:pt>
                <c:pt idx="67">
                  <c:v>0.13893180298329841</c:v>
                </c:pt>
                <c:pt idx="68">
                  <c:v>0.16222422418962834</c:v>
                </c:pt>
                <c:pt idx="69">
                  <c:v>4.3322954107168174E-2</c:v>
                </c:pt>
                <c:pt idx="70">
                  <c:v>6.1527654082688385E-2</c:v>
                </c:pt>
                <c:pt idx="71">
                  <c:v>0.31220206869407358</c:v>
                </c:pt>
                <c:pt idx="72">
                  <c:v>0.47002589780618431</c:v>
                </c:pt>
                <c:pt idx="73">
                  <c:v>0.52666687587251348</c:v>
                </c:pt>
                <c:pt idx="74">
                  <c:v>0.86821904040662545</c:v>
                </c:pt>
                <c:pt idx="75">
                  <c:v>0.11017167433610744</c:v>
                </c:pt>
                <c:pt idx="76">
                  <c:v>-1.00829945843032E-3</c:v>
                </c:pt>
                <c:pt idx="77">
                  <c:v>1.7170049951519186E-2</c:v>
                </c:pt>
                <c:pt idx="78">
                  <c:v>0.24691110454645304</c:v>
                </c:pt>
                <c:pt idx="79">
                  <c:v>7.2422968198833509E-2</c:v>
                </c:pt>
                <c:pt idx="80">
                  <c:v>1.4474554025253933E-2</c:v>
                </c:pt>
                <c:pt idx="81">
                  <c:v>0.46738781708685651</c:v>
                </c:pt>
                <c:pt idx="82">
                  <c:v>1.100670035044098E-2</c:v>
                </c:pt>
                <c:pt idx="83">
                  <c:v>1.9359653133468841E-2</c:v>
                </c:pt>
                <c:pt idx="84">
                  <c:v>2.771778925209193E-2</c:v>
                </c:pt>
                <c:pt idx="85">
                  <c:v>4.6181598120102016E-2</c:v>
                </c:pt>
                <c:pt idx="86">
                  <c:v>1.9319029408500027E-2</c:v>
                </c:pt>
                <c:pt idx="87">
                  <c:v>2.5313673932896703E-2</c:v>
                </c:pt>
                <c:pt idx="88">
                  <c:v>0.49039803947530702</c:v>
                </c:pt>
                <c:pt idx="89">
                  <c:v>0.97475825667434901</c:v>
                </c:pt>
                <c:pt idx="90">
                  <c:v>0.95667125740882486</c:v>
                </c:pt>
                <c:pt idx="91">
                  <c:v>0.15525759984747667</c:v>
                </c:pt>
                <c:pt idx="92">
                  <c:v>0.19200466585623521</c:v>
                </c:pt>
                <c:pt idx="93">
                  <c:v>0.8392947300971898</c:v>
                </c:pt>
                <c:pt idx="94">
                  <c:v>0.87358346660292951</c:v>
                </c:pt>
                <c:pt idx="95">
                  <c:v>0.86996787873762549</c:v>
                </c:pt>
                <c:pt idx="96">
                  <c:v>1.3001710080549345E-2</c:v>
                </c:pt>
                <c:pt idx="97">
                  <c:v>1.0749934659028777</c:v>
                </c:pt>
                <c:pt idx="98">
                  <c:v>-1.0923713925012495E-2</c:v>
                </c:pt>
                <c:pt idx="99">
                  <c:v>0.90467049213259143</c:v>
                </c:pt>
                <c:pt idx="100">
                  <c:v>9.9601782423778012E-2</c:v>
                </c:pt>
                <c:pt idx="101">
                  <c:v>0.61585240784504025</c:v>
                </c:pt>
                <c:pt idx="102">
                  <c:v>0.11958638419627092</c:v>
                </c:pt>
                <c:pt idx="103">
                  <c:v>0.18691845446716332</c:v>
                </c:pt>
                <c:pt idx="104">
                  <c:v>0.7920042059362945</c:v>
                </c:pt>
                <c:pt idx="105">
                  <c:v>0.26872191758905234</c:v>
                </c:pt>
                <c:pt idx="106">
                  <c:v>1</c:v>
                </c:pt>
                <c:pt idx="107">
                  <c:v>0.70751016019734181</c:v>
                </c:pt>
                <c:pt idx="108">
                  <c:v>2.6434076373365648E-2</c:v>
                </c:pt>
                <c:pt idx="109">
                  <c:v>0.6488920868371606</c:v>
                </c:pt>
                <c:pt idx="110">
                  <c:v>1</c:v>
                </c:pt>
                <c:pt idx="111">
                  <c:v>0.31703525911659403</c:v>
                </c:pt>
                <c:pt idx="112">
                  <c:v>0.20611635843870721</c:v>
                </c:pt>
                <c:pt idx="113">
                  <c:v>0.90630063759349055</c:v>
                </c:pt>
                <c:pt idx="114">
                  <c:v>1</c:v>
                </c:pt>
                <c:pt idx="115">
                  <c:v>1</c:v>
                </c:pt>
                <c:pt idx="116">
                  <c:v>0.20236258679342456</c:v>
                </c:pt>
                <c:pt idx="117">
                  <c:v>0.9330541471122521</c:v>
                </c:pt>
                <c:pt idx="118">
                  <c:v>0.54620330282895257</c:v>
                </c:pt>
                <c:pt idx="119">
                  <c:v>0.76529750721861445</c:v>
                </c:pt>
                <c:pt idx="120">
                  <c:v>0.81679099379230691</c:v>
                </c:pt>
                <c:pt idx="121">
                  <c:v>0.17260846305334071</c:v>
                </c:pt>
                <c:pt idx="122">
                  <c:v>4.0430291846926737E-2</c:v>
                </c:pt>
                <c:pt idx="123">
                  <c:v>0.29184118857987268</c:v>
                </c:pt>
                <c:pt idx="124">
                  <c:v>0.11163137429796118</c:v>
                </c:pt>
                <c:pt idx="125">
                  <c:v>0.44627371025222534</c:v>
                </c:pt>
                <c:pt idx="126">
                  <c:v>0.19005260976204882</c:v>
                </c:pt>
                <c:pt idx="127">
                  <c:v>9.8580916101926208E-2</c:v>
                </c:pt>
                <c:pt idx="128">
                  <c:v>6.9970675440995583E-2</c:v>
                </c:pt>
                <c:pt idx="129">
                  <c:v>0.13290979347409757</c:v>
                </c:pt>
                <c:pt idx="130">
                  <c:v>0.49424790250292172</c:v>
                </c:pt>
                <c:pt idx="131">
                  <c:v>0.50066395753087189</c:v>
                </c:pt>
                <c:pt idx="132">
                  <c:v>7.0270758543232767E-2</c:v>
                </c:pt>
                <c:pt idx="133">
                  <c:v>0.56911460985239748</c:v>
                </c:pt>
                <c:pt idx="134">
                  <c:v>8.5642439877542623E-2</c:v>
                </c:pt>
                <c:pt idx="135">
                  <c:v>4.9704450183356522E-2</c:v>
                </c:pt>
                <c:pt idx="136">
                  <c:v>0.19417758502215518</c:v>
                </c:pt>
                <c:pt idx="137">
                  <c:v>0.15677782529161416</c:v>
                </c:pt>
                <c:pt idx="138">
                  <c:v>1.2931546680765123E-2</c:v>
                </c:pt>
                <c:pt idx="139">
                  <c:v>5.2593534379629631E-2</c:v>
                </c:pt>
                <c:pt idx="140">
                  <c:v>5.7749003162627016E-2</c:v>
                </c:pt>
                <c:pt idx="141">
                  <c:v>2.1661430002720656E-2</c:v>
                </c:pt>
                <c:pt idx="142">
                  <c:v>1.9380541869481904E-2</c:v>
                </c:pt>
                <c:pt idx="143">
                  <c:v>1.53100913987052E-3</c:v>
                </c:pt>
                <c:pt idx="144">
                  <c:v>0.15768725272169634</c:v>
                </c:pt>
                <c:pt idx="145">
                  <c:v>0.14911506897821269</c:v>
                </c:pt>
                <c:pt idx="146">
                  <c:v>1.8568663069798727E-3</c:v>
                </c:pt>
                <c:pt idx="147">
                  <c:v>4.8307920858043828E-2</c:v>
                </c:pt>
                <c:pt idx="148">
                  <c:v>4.2423722596881902E-2</c:v>
                </c:pt>
                <c:pt idx="149">
                  <c:v>4.2776668436741001E-2</c:v>
                </c:pt>
                <c:pt idx="150">
                  <c:v>2.5224458033487426E-2</c:v>
                </c:pt>
                <c:pt idx="151">
                  <c:v>4.0971212740846912E-2</c:v>
                </c:pt>
                <c:pt idx="152">
                  <c:v>8.6132187125180101E-2</c:v>
                </c:pt>
                <c:pt idx="153">
                  <c:v>7.4276824009108872E-2</c:v>
                </c:pt>
                <c:pt idx="154">
                  <c:v>0.21226266489330298</c:v>
                </c:pt>
                <c:pt idx="155">
                  <c:v>2.0950192257132478E-2</c:v>
                </c:pt>
                <c:pt idx="156">
                  <c:v>3.2632007238926411E-2</c:v>
                </c:pt>
                <c:pt idx="157">
                  <c:v>0.12518699616363363</c:v>
                </c:pt>
                <c:pt idx="158">
                  <c:v>0.46469638661419926</c:v>
                </c:pt>
                <c:pt idx="159">
                  <c:v>0.79174363257041491</c:v>
                </c:pt>
                <c:pt idx="160">
                  <c:v>1</c:v>
                </c:pt>
                <c:pt idx="161">
                  <c:v>0.98306261102030956</c:v>
                </c:pt>
                <c:pt idx="162">
                  <c:v>0.41558191556264407</c:v>
                </c:pt>
                <c:pt idx="163">
                  <c:v>0.428969273640324</c:v>
                </c:pt>
                <c:pt idx="164">
                  <c:v>1</c:v>
                </c:pt>
                <c:pt idx="165">
                  <c:v>0.98393768701535744</c:v>
                </c:pt>
                <c:pt idx="166">
                  <c:v>0.82173078155321977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638448"/>
        <c:axId val="191262144"/>
      </c:areaChart>
      <c:lineChart>
        <c:grouping val="standard"/>
        <c:varyColors val="0"/>
        <c:ser>
          <c:idx val="3"/>
          <c:order val="1"/>
          <c:tx>
            <c:strRef>
              <c:f>图1!$G$1</c:f>
              <c:strCache>
                <c:ptCount val="1"/>
                <c:pt idx="0">
                  <c:v>沪深300指数</c:v>
                </c:pt>
              </c:strCache>
            </c:strRef>
          </c:tx>
          <c:spPr>
            <a:ln>
              <a:solidFill>
                <a:srgbClr val="00B050"/>
              </a:solidFill>
            </a:ln>
            <a:effectLst>
              <a:outerShdw blurRad="50800" dist="50800" dir="5400000" algn="ctr" rotWithShape="0">
                <a:srgbClr val="00B050">
                  <a:alpha val="0"/>
                </a:srgbClr>
              </a:outerShdw>
            </a:effectLst>
          </c:spPr>
          <c:marker>
            <c:symbol val="circle"/>
            <c:size val="5"/>
            <c:spPr>
              <a:solidFill>
                <a:srgbClr val="00B050"/>
              </a:solidFill>
              <a:ln>
                <a:solidFill>
                  <a:srgbClr val="00B050"/>
                </a:solidFill>
              </a:ln>
              <a:effectLst>
                <a:outerShdw blurRad="50800" dist="50800" dir="5400000" algn="ctr" rotWithShape="0">
                  <a:srgbClr val="00B050">
                    <a:alpha val="0"/>
                  </a:srgbClr>
                </a:outerShdw>
              </a:effectLst>
            </c:spPr>
          </c:marker>
          <c:cat>
            <c:numRef>
              <c:f>图1!$A$16:$A$182</c:f>
              <c:numCache>
                <c:formatCode>yyyy/m/d</c:formatCode>
                <c:ptCount val="167"/>
                <c:pt idx="0">
                  <c:v>41354</c:v>
                </c:pt>
                <c:pt idx="1">
                  <c:v>41355</c:v>
                </c:pt>
                <c:pt idx="2">
                  <c:v>41358</c:v>
                </c:pt>
                <c:pt idx="3">
                  <c:v>41359</c:v>
                </c:pt>
                <c:pt idx="4">
                  <c:v>41360</c:v>
                </c:pt>
                <c:pt idx="5">
                  <c:v>41361</c:v>
                </c:pt>
                <c:pt idx="6">
                  <c:v>41362</c:v>
                </c:pt>
                <c:pt idx="7">
                  <c:v>41365</c:v>
                </c:pt>
                <c:pt idx="8">
                  <c:v>41366</c:v>
                </c:pt>
                <c:pt idx="9">
                  <c:v>41367</c:v>
                </c:pt>
                <c:pt idx="10">
                  <c:v>41372</c:v>
                </c:pt>
                <c:pt idx="11">
                  <c:v>41373</c:v>
                </c:pt>
                <c:pt idx="12">
                  <c:v>41374</c:v>
                </c:pt>
                <c:pt idx="13">
                  <c:v>41375</c:v>
                </c:pt>
                <c:pt idx="14">
                  <c:v>41376</c:v>
                </c:pt>
                <c:pt idx="15">
                  <c:v>41379</c:v>
                </c:pt>
                <c:pt idx="16">
                  <c:v>41380</c:v>
                </c:pt>
                <c:pt idx="17">
                  <c:v>41381</c:v>
                </c:pt>
                <c:pt idx="18">
                  <c:v>41382</c:v>
                </c:pt>
                <c:pt idx="19">
                  <c:v>41383</c:v>
                </c:pt>
                <c:pt idx="20">
                  <c:v>41386</c:v>
                </c:pt>
                <c:pt idx="21">
                  <c:v>41387</c:v>
                </c:pt>
                <c:pt idx="22">
                  <c:v>41388</c:v>
                </c:pt>
                <c:pt idx="23">
                  <c:v>41389</c:v>
                </c:pt>
                <c:pt idx="24">
                  <c:v>41390</c:v>
                </c:pt>
                <c:pt idx="25">
                  <c:v>41396</c:v>
                </c:pt>
                <c:pt idx="26">
                  <c:v>41397</c:v>
                </c:pt>
                <c:pt idx="27">
                  <c:v>41400</c:v>
                </c:pt>
                <c:pt idx="28">
                  <c:v>41401</c:v>
                </c:pt>
                <c:pt idx="29">
                  <c:v>41402</c:v>
                </c:pt>
                <c:pt idx="30">
                  <c:v>41403</c:v>
                </c:pt>
                <c:pt idx="31">
                  <c:v>41404</c:v>
                </c:pt>
                <c:pt idx="32">
                  <c:v>41407</c:v>
                </c:pt>
                <c:pt idx="33">
                  <c:v>41408</c:v>
                </c:pt>
                <c:pt idx="34">
                  <c:v>41409</c:v>
                </c:pt>
                <c:pt idx="35">
                  <c:v>41410</c:v>
                </c:pt>
                <c:pt idx="36">
                  <c:v>41411</c:v>
                </c:pt>
                <c:pt idx="37">
                  <c:v>41414</c:v>
                </c:pt>
                <c:pt idx="38">
                  <c:v>41415</c:v>
                </c:pt>
                <c:pt idx="39">
                  <c:v>41416</c:v>
                </c:pt>
                <c:pt idx="40">
                  <c:v>41417</c:v>
                </c:pt>
                <c:pt idx="41">
                  <c:v>41418</c:v>
                </c:pt>
                <c:pt idx="42">
                  <c:v>41421</c:v>
                </c:pt>
                <c:pt idx="43">
                  <c:v>41422</c:v>
                </c:pt>
                <c:pt idx="44">
                  <c:v>41423</c:v>
                </c:pt>
                <c:pt idx="45">
                  <c:v>41424</c:v>
                </c:pt>
                <c:pt idx="46">
                  <c:v>41425</c:v>
                </c:pt>
                <c:pt idx="47">
                  <c:v>41428</c:v>
                </c:pt>
                <c:pt idx="48">
                  <c:v>41429</c:v>
                </c:pt>
                <c:pt idx="49">
                  <c:v>41430</c:v>
                </c:pt>
                <c:pt idx="50">
                  <c:v>41431</c:v>
                </c:pt>
                <c:pt idx="51">
                  <c:v>41432</c:v>
                </c:pt>
                <c:pt idx="52">
                  <c:v>41438</c:v>
                </c:pt>
                <c:pt idx="53">
                  <c:v>41439</c:v>
                </c:pt>
                <c:pt idx="54">
                  <c:v>41442</c:v>
                </c:pt>
                <c:pt idx="55">
                  <c:v>41443</c:v>
                </c:pt>
                <c:pt idx="56">
                  <c:v>41444</c:v>
                </c:pt>
                <c:pt idx="57">
                  <c:v>41445</c:v>
                </c:pt>
                <c:pt idx="58">
                  <c:v>41446</c:v>
                </c:pt>
                <c:pt idx="59">
                  <c:v>41449</c:v>
                </c:pt>
                <c:pt idx="60">
                  <c:v>41450</c:v>
                </c:pt>
                <c:pt idx="61">
                  <c:v>41451</c:v>
                </c:pt>
                <c:pt idx="62">
                  <c:v>41452</c:v>
                </c:pt>
                <c:pt idx="63">
                  <c:v>41453</c:v>
                </c:pt>
                <c:pt idx="64">
                  <c:v>41456</c:v>
                </c:pt>
                <c:pt idx="65">
                  <c:v>41457</c:v>
                </c:pt>
                <c:pt idx="66">
                  <c:v>41458</c:v>
                </c:pt>
                <c:pt idx="67">
                  <c:v>41459</c:v>
                </c:pt>
                <c:pt idx="68">
                  <c:v>41460</c:v>
                </c:pt>
                <c:pt idx="69">
                  <c:v>41463</c:v>
                </c:pt>
                <c:pt idx="70">
                  <c:v>41464</c:v>
                </c:pt>
                <c:pt idx="71">
                  <c:v>41465</c:v>
                </c:pt>
                <c:pt idx="72">
                  <c:v>41466</c:v>
                </c:pt>
                <c:pt idx="73">
                  <c:v>41467</c:v>
                </c:pt>
                <c:pt idx="74">
                  <c:v>41470</c:v>
                </c:pt>
                <c:pt idx="75">
                  <c:v>41471</c:v>
                </c:pt>
                <c:pt idx="76">
                  <c:v>41472</c:v>
                </c:pt>
                <c:pt idx="77">
                  <c:v>41473</c:v>
                </c:pt>
                <c:pt idx="78">
                  <c:v>41474</c:v>
                </c:pt>
                <c:pt idx="79">
                  <c:v>41477</c:v>
                </c:pt>
                <c:pt idx="80">
                  <c:v>41478</c:v>
                </c:pt>
                <c:pt idx="81">
                  <c:v>41479</c:v>
                </c:pt>
                <c:pt idx="82">
                  <c:v>41480</c:v>
                </c:pt>
                <c:pt idx="83">
                  <c:v>41481</c:v>
                </c:pt>
                <c:pt idx="84">
                  <c:v>41484</c:v>
                </c:pt>
                <c:pt idx="85">
                  <c:v>41485</c:v>
                </c:pt>
                <c:pt idx="86">
                  <c:v>41486</c:v>
                </c:pt>
                <c:pt idx="87">
                  <c:v>41487</c:v>
                </c:pt>
                <c:pt idx="88">
                  <c:v>41488</c:v>
                </c:pt>
                <c:pt idx="89">
                  <c:v>41491</c:v>
                </c:pt>
                <c:pt idx="90">
                  <c:v>41492</c:v>
                </c:pt>
                <c:pt idx="91">
                  <c:v>41493</c:v>
                </c:pt>
                <c:pt idx="92">
                  <c:v>41494</c:v>
                </c:pt>
                <c:pt idx="93">
                  <c:v>41495</c:v>
                </c:pt>
                <c:pt idx="94">
                  <c:v>41498</c:v>
                </c:pt>
                <c:pt idx="95">
                  <c:v>41499</c:v>
                </c:pt>
                <c:pt idx="96">
                  <c:v>41500</c:v>
                </c:pt>
                <c:pt idx="97">
                  <c:v>41501</c:v>
                </c:pt>
                <c:pt idx="98">
                  <c:v>41502</c:v>
                </c:pt>
                <c:pt idx="99">
                  <c:v>41505</c:v>
                </c:pt>
                <c:pt idx="100">
                  <c:v>41506</c:v>
                </c:pt>
                <c:pt idx="101">
                  <c:v>41507</c:v>
                </c:pt>
                <c:pt idx="102">
                  <c:v>41508</c:v>
                </c:pt>
                <c:pt idx="103">
                  <c:v>41509</c:v>
                </c:pt>
                <c:pt idx="104">
                  <c:v>41512</c:v>
                </c:pt>
                <c:pt idx="105">
                  <c:v>41513</c:v>
                </c:pt>
                <c:pt idx="106">
                  <c:v>41514</c:v>
                </c:pt>
                <c:pt idx="107">
                  <c:v>41515</c:v>
                </c:pt>
                <c:pt idx="108">
                  <c:v>41516</c:v>
                </c:pt>
                <c:pt idx="109">
                  <c:v>41519</c:v>
                </c:pt>
                <c:pt idx="110">
                  <c:v>41520</c:v>
                </c:pt>
                <c:pt idx="111">
                  <c:v>41521</c:v>
                </c:pt>
                <c:pt idx="112">
                  <c:v>41522</c:v>
                </c:pt>
                <c:pt idx="113">
                  <c:v>41523</c:v>
                </c:pt>
                <c:pt idx="114">
                  <c:v>41526</c:v>
                </c:pt>
                <c:pt idx="115">
                  <c:v>41527</c:v>
                </c:pt>
                <c:pt idx="116">
                  <c:v>41528</c:v>
                </c:pt>
                <c:pt idx="117">
                  <c:v>41529</c:v>
                </c:pt>
                <c:pt idx="118">
                  <c:v>41530</c:v>
                </c:pt>
                <c:pt idx="119">
                  <c:v>41533</c:v>
                </c:pt>
                <c:pt idx="120">
                  <c:v>41534</c:v>
                </c:pt>
                <c:pt idx="121">
                  <c:v>41535</c:v>
                </c:pt>
                <c:pt idx="122">
                  <c:v>41540</c:v>
                </c:pt>
                <c:pt idx="123">
                  <c:v>41541</c:v>
                </c:pt>
                <c:pt idx="124">
                  <c:v>41542</c:v>
                </c:pt>
                <c:pt idx="125">
                  <c:v>41543</c:v>
                </c:pt>
                <c:pt idx="126">
                  <c:v>41544</c:v>
                </c:pt>
                <c:pt idx="127">
                  <c:v>41547</c:v>
                </c:pt>
                <c:pt idx="128">
                  <c:v>41555</c:v>
                </c:pt>
                <c:pt idx="129">
                  <c:v>41556</c:v>
                </c:pt>
                <c:pt idx="130">
                  <c:v>41557</c:v>
                </c:pt>
                <c:pt idx="131">
                  <c:v>41558</c:v>
                </c:pt>
                <c:pt idx="132">
                  <c:v>41561</c:v>
                </c:pt>
                <c:pt idx="133">
                  <c:v>41562</c:v>
                </c:pt>
                <c:pt idx="134">
                  <c:v>41563</c:v>
                </c:pt>
                <c:pt idx="135">
                  <c:v>41564</c:v>
                </c:pt>
                <c:pt idx="136">
                  <c:v>41565</c:v>
                </c:pt>
                <c:pt idx="137">
                  <c:v>41568</c:v>
                </c:pt>
                <c:pt idx="138">
                  <c:v>41569</c:v>
                </c:pt>
                <c:pt idx="139">
                  <c:v>41570</c:v>
                </c:pt>
                <c:pt idx="140">
                  <c:v>41571</c:v>
                </c:pt>
                <c:pt idx="141">
                  <c:v>41572</c:v>
                </c:pt>
                <c:pt idx="142">
                  <c:v>41575</c:v>
                </c:pt>
                <c:pt idx="143">
                  <c:v>41576</c:v>
                </c:pt>
                <c:pt idx="144">
                  <c:v>41577</c:v>
                </c:pt>
                <c:pt idx="145">
                  <c:v>41578</c:v>
                </c:pt>
                <c:pt idx="146">
                  <c:v>41579</c:v>
                </c:pt>
                <c:pt idx="147">
                  <c:v>41582</c:v>
                </c:pt>
                <c:pt idx="148">
                  <c:v>41583</c:v>
                </c:pt>
                <c:pt idx="149">
                  <c:v>41584</c:v>
                </c:pt>
                <c:pt idx="150">
                  <c:v>41585</c:v>
                </c:pt>
                <c:pt idx="151">
                  <c:v>41586</c:v>
                </c:pt>
                <c:pt idx="152">
                  <c:v>41589</c:v>
                </c:pt>
                <c:pt idx="153">
                  <c:v>41590</c:v>
                </c:pt>
                <c:pt idx="154">
                  <c:v>41591</c:v>
                </c:pt>
                <c:pt idx="155">
                  <c:v>41592</c:v>
                </c:pt>
                <c:pt idx="156">
                  <c:v>41593</c:v>
                </c:pt>
                <c:pt idx="157">
                  <c:v>41596</c:v>
                </c:pt>
                <c:pt idx="158">
                  <c:v>41597</c:v>
                </c:pt>
                <c:pt idx="159">
                  <c:v>41598</c:v>
                </c:pt>
                <c:pt idx="160">
                  <c:v>41599</c:v>
                </c:pt>
                <c:pt idx="161">
                  <c:v>41600</c:v>
                </c:pt>
                <c:pt idx="162">
                  <c:v>41603</c:v>
                </c:pt>
                <c:pt idx="163">
                  <c:v>41604</c:v>
                </c:pt>
                <c:pt idx="164">
                  <c:v>41605</c:v>
                </c:pt>
                <c:pt idx="165">
                  <c:v>41606</c:v>
                </c:pt>
                <c:pt idx="166">
                  <c:v>41607</c:v>
                </c:pt>
              </c:numCache>
            </c:numRef>
          </c:cat>
          <c:val>
            <c:numRef>
              <c:f>图1!$G$16:$G$182</c:f>
              <c:numCache>
                <c:formatCode>0.00_ </c:formatCode>
                <c:ptCount val="167"/>
                <c:pt idx="0">
                  <c:v>2614.9879999999998</c:v>
                </c:pt>
                <c:pt idx="1">
                  <c:v>2618.308</c:v>
                </c:pt>
                <c:pt idx="2">
                  <c:v>2613.0970000000002</c:v>
                </c:pt>
                <c:pt idx="3">
                  <c:v>2575.0500000000002</c:v>
                </c:pt>
                <c:pt idx="4">
                  <c:v>2583.5300000000002</c:v>
                </c:pt>
                <c:pt idx="5">
                  <c:v>2499.3020000000001</c:v>
                </c:pt>
                <c:pt idx="6">
                  <c:v>2495.0830000000001</c:v>
                </c:pt>
                <c:pt idx="7">
                  <c:v>2493.1869999999967</c:v>
                </c:pt>
                <c:pt idx="8">
                  <c:v>2486.3910000000028</c:v>
                </c:pt>
                <c:pt idx="9">
                  <c:v>2483.547</c:v>
                </c:pt>
                <c:pt idx="10">
                  <c:v>2472.299</c:v>
                </c:pt>
                <c:pt idx="11">
                  <c:v>2489.4299999999998</c:v>
                </c:pt>
                <c:pt idx="12">
                  <c:v>2485.3090000000002</c:v>
                </c:pt>
                <c:pt idx="13">
                  <c:v>2477.8760000000002</c:v>
                </c:pt>
                <c:pt idx="14">
                  <c:v>2462.1120000000001</c:v>
                </c:pt>
                <c:pt idx="15">
                  <c:v>2436.8180000000002</c:v>
                </c:pt>
                <c:pt idx="16">
                  <c:v>2459.5920000000001</c:v>
                </c:pt>
                <c:pt idx="17">
                  <c:v>2458.4730000000022</c:v>
                </c:pt>
                <c:pt idx="18">
                  <c:v>2464.8510000000028</c:v>
                </c:pt>
                <c:pt idx="19">
                  <c:v>2533.8270000000002</c:v>
                </c:pt>
                <c:pt idx="20">
                  <c:v>2530.67</c:v>
                </c:pt>
                <c:pt idx="21">
                  <c:v>2449.4710000000027</c:v>
                </c:pt>
                <c:pt idx="22">
                  <c:v>2495.5790000000002</c:v>
                </c:pt>
                <c:pt idx="23">
                  <c:v>2467.8750000000027</c:v>
                </c:pt>
                <c:pt idx="24">
                  <c:v>2447.306</c:v>
                </c:pt>
                <c:pt idx="25">
                  <c:v>2449.6390000000001</c:v>
                </c:pt>
                <c:pt idx="26">
                  <c:v>2492.9120000000012</c:v>
                </c:pt>
                <c:pt idx="27">
                  <c:v>2525.9830000000002</c:v>
                </c:pt>
                <c:pt idx="28">
                  <c:v>2529.9380000000001</c:v>
                </c:pt>
                <c:pt idx="29">
                  <c:v>2542.7979999999998</c:v>
                </c:pt>
                <c:pt idx="30">
                  <c:v>2527.7939999999999</c:v>
                </c:pt>
                <c:pt idx="31">
                  <c:v>2540.8360000000002</c:v>
                </c:pt>
                <c:pt idx="32">
                  <c:v>2530.7679999999987</c:v>
                </c:pt>
                <c:pt idx="33">
                  <c:v>2493.3380000000002</c:v>
                </c:pt>
                <c:pt idx="34">
                  <c:v>2506.9250000000002</c:v>
                </c:pt>
                <c:pt idx="35">
                  <c:v>2552.7089999999966</c:v>
                </c:pt>
                <c:pt idx="36">
                  <c:v>2592.0479999999998</c:v>
                </c:pt>
                <c:pt idx="37">
                  <c:v>2609.607</c:v>
                </c:pt>
                <c:pt idx="38">
                  <c:v>2614.8530000000028</c:v>
                </c:pt>
                <c:pt idx="39">
                  <c:v>2618.0340000000001</c:v>
                </c:pt>
                <c:pt idx="40">
                  <c:v>2582.8490000000002</c:v>
                </c:pt>
                <c:pt idx="41">
                  <c:v>2597.2279999999987</c:v>
                </c:pt>
                <c:pt idx="42">
                  <c:v>2599.587</c:v>
                </c:pt>
                <c:pt idx="43">
                  <c:v>2644.3589999999999</c:v>
                </c:pt>
                <c:pt idx="44">
                  <c:v>2642.5610000000001</c:v>
                </c:pt>
                <c:pt idx="45">
                  <c:v>2634.3229999999999</c:v>
                </c:pt>
                <c:pt idx="46">
                  <c:v>2606.4259999999999</c:v>
                </c:pt>
                <c:pt idx="47">
                  <c:v>2602.623</c:v>
                </c:pt>
                <c:pt idx="48">
                  <c:v>2565.6659999999997</c:v>
                </c:pt>
                <c:pt idx="49">
                  <c:v>2560.5390000000002</c:v>
                </c:pt>
                <c:pt idx="50">
                  <c:v>2527.8449999999998</c:v>
                </c:pt>
                <c:pt idx="51">
                  <c:v>2484.16</c:v>
                </c:pt>
                <c:pt idx="52">
                  <c:v>2399.9369999999999</c:v>
                </c:pt>
                <c:pt idx="53">
                  <c:v>2416.7710000000002</c:v>
                </c:pt>
                <c:pt idx="54">
                  <c:v>2403.8389999999999</c:v>
                </c:pt>
                <c:pt idx="55">
                  <c:v>2418.7449999999967</c:v>
                </c:pt>
                <c:pt idx="56">
                  <c:v>2400.7649999999967</c:v>
                </c:pt>
                <c:pt idx="57">
                  <c:v>2321.4659999999999</c:v>
                </c:pt>
                <c:pt idx="58">
                  <c:v>2317.3940000000002</c:v>
                </c:pt>
                <c:pt idx="59">
                  <c:v>2171.21</c:v>
                </c:pt>
                <c:pt idx="60">
                  <c:v>2165.4209999999998</c:v>
                </c:pt>
                <c:pt idx="61">
                  <c:v>2168.297</c:v>
                </c:pt>
                <c:pt idx="62">
                  <c:v>2160.7350000000001</c:v>
                </c:pt>
                <c:pt idx="63">
                  <c:v>2200.6390000000001</c:v>
                </c:pt>
                <c:pt idx="64">
                  <c:v>2213.3170000000027</c:v>
                </c:pt>
                <c:pt idx="65">
                  <c:v>2221.9839999999999</c:v>
                </c:pt>
                <c:pt idx="66">
                  <c:v>2203.828</c:v>
                </c:pt>
                <c:pt idx="67">
                  <c:v>2221.9789999999998</c:v>
                </c:pt>
                <c:pt idx="68">
                  <c:v>2226.8490000000002</c:v>
                </c:pt>
                <c:pt idx="69">
                  <c:v>2163.6190000000001</c:v>
                </c:pt>
                <c:pt idx="70">
                  <c:v>2162.6689999999967</c:v>
                </c:pt>
                <c:pt idx="71">
                  <c:v>2224.0650000000001</c:v>
                </c:pt>
                <c:pt idx="72">
                  <c:v>2326.6879999999987</c:v>
                </c:pt>
                <c:pt idx="73">
                  <c:v>2275.3730000000028</c:v>
                </c:pt>
                <c:pt idx="74">
                  <c:v>2307.297</c:v>
                </c:pt>
                <c:pt idx="75">
                  <c:v>2317.848</c:v>
                </c:pt>
                <c:pt idx="76">
                  <c:v>2282.8360000000002</c:v>
                </c:pt>
                <c:pt idx="77">
                  <c:v>2245.328</c:v>
                </c:pt>
                <c:pt idx="78">
                  <c:v>2190.4780000000001</c:v>
                </c:pt>
                <c:pt idx="79">
                  <c:v>2202.1889999999967</c:v>
                </c:pt>
                <c:pt idx="80">
                  <c:v>2265.8449999999998</c:v>
                </c:pt>
                <c:pt idx="81">
                  <c:v>2249.1509999999998</c:v>
                </c:pt>
                <c:pt idx="82">
                  <c:v>2237.683</c:v>
                </c:pt>
                <c:pt idx="83">
                  <c:v>2224.0079999999998</c:v>
                </c:pt>
                <c:pt idx="84">
                  <c:v>2175.9699999999998</c:v>
                </c:pt>
                <c:pt idx="85">
                  <c:v>2189.3879999999999</c:v>
                </c:pt>
                <c:pt idx="86">
                  <c:v>2193.0210000000002</c:v>
                </c:pt>
                <c:pt idx="87">
                  <c:v>2245.364</c:v>
                </c:pt>
                <c:pt idx="88">
                  <c:v>2247.2629999999967</c:v>
                </c:pt>
                <c:pt idx="89">
                  <c:v>2278.3290000000002</c:v>
                </c:pt>
                <c:pt idx="90">
                  <c:v>2293.6410000000001</c:v>
                </c:pt>
                <c:pt idx="91">
                  <c:v>2280.623</c:v>
                </c:pt>
                <c:pt idx="92">
                  <c:v>2276.7819999999997</c:v>
                </c:pt>
                <c:pt idx="93">
                  <c:v>2286.0100000000002</c:v>
                </c:pt>
                <c:pt idx="94">
                  <c:v>2352.7939999999999</c:v>
                </c:pt>
                <c:pt idx="95">
                  <c:v>2359.0679999999998</c:v>
                </c:pt>
                <c:pt idx="96">
                  <c:v>2349.08</c:v>
                </c:pt>
                <c:pt idx="97">
                  <c:v>2321.576</c:v>
                </c:pt>
                <c:pt idx="98">
                  <c:v>2304.1439999999998</c:v>
                </c:pt>
                <c:pt idx="99">
                  <c:v>2331.4299999999998</c:v>
                </c:pt>
                <c:pt idx="100">
                  <c:v>2312.4650000000001</c:v>
                </c:pt>
                <c:pt idx="101">
                  <c:v>2308.5889999999972</c:v>
                </c:pt>
                <c:pt idx="102">
                  <c:v>2303.9320000000002</c:v>
                </c:pt>
                <c:pt idx="103">
                  <c:v>2286.9290000000001</c:v>
                </c:pt>
                <c:pt idx="104">
                  <c:v>2335.616</c:v>
                </c:pt>
                <c:pt idx="105">
                  <c:v>2340.8809999999999</c:v>
                </c:pt>
                <c:pt idx="106">
                  <c:v>2328.056</c:v>
                </c:pt>
                <c:pt idx="107">
                  <c:v>2318.3110000000029</c:v>
                </c:pt>
                <c:pt idx="108">
                  <c:v>2313.9100000000012</c:v>
                </c:pt>
                <c:pt idx="109">
                  <c:v>2320.3440000000001</c:v>
                </c:pt>
                <c:pt idx="110">
                  <c:v>2354.502</c:v>
                </c:pt>
                <c:pt idx="111">
                  <c:v>2350.6990000000001</c:v>
                </c:pt>
                <c:pt idx="112">
                  <c:v>2341.7350000000001</c:v>
                </c:pt>
                <c:pt idx="113">
                  <c:v>2357.7819999999997</c:v>
                </c:pt>
                <c:pt idx="114">
                  <c:v>2440.6089999999967</c:v>
                </c:pt>
                <c:pt idx="115">
                  <c:v>2474.8940000000002</c:v>
                </c:pt>
                <c:pt idx="116">
                  <c:v>2482.8890000000001</c:v>
                </c:pt>
                <c:pt idx="117">
                  <c:v>2507.4549999999999</c:v>
                </c:pt>
                <c:pt idx="118">
                  <c:v>2488.902</c:v>
                </c:pt>
                <c:pt idx="119">
                  <c:v>2478.3900000000012</c:v>
                </c:pt>
                <c:pt idx="120">
                  <c:v>2427.3220000000001</c:v>
                </c:pt>
                <c:pt idx="121">
                  <c:v>2432.5100000000002</c:v>
                </c:pt>
                <c:pt idx="122">
                  <c:v>2472.2879999999973</c:v>
                </c:pt>
                <c:pt idx="123">
                  <c:v>2443.8850000000002</c:v>
                </c:pt>
                <c:pt idx="124">
                  <c:v>2429.0300000000002</c:v>
                </c:pt>
                <c:pt idx="125">
                  <c:v>2384.4430000000002</c:v>
                </c:pt>
                <c:pt idx="126">
                  <c:v>2394.9710000000027</c:v>
                </c:pt>
                <c:pt idx="127">
                  <c:v>2409.0369999999998</c:v>
                </c:pt>
                <c:pt idx="128">
                  <c:v>2441.8110000000029</c:v>
                </c:pt>
                <c:pt idx="129">
                  <c:v>2453.5830000000001</c:v>
                </c:pt>
                <c:pt idx="130">
                  <c:v>2429.3170000000027</c:v>
                </c:pt>
                <c:pt idx="131">
                  <c:v>2468.5079999999998</c:v>
                </c:pt>
                <c:pt idx="132">
                  <c:v>2472.5419999999999</c:v>
                </c:pt>
                <c:pt idx="133">
                  <c:v>2467.5169999999998</c:v>
                </c:pt>
                <c:pt idx="134" formatCode="###,###,##0.00">
                  <c:v>2421.3710000000028</c:v>
                </c:pt>
                <c:pt idx="135" formatCode="###,###,##0.00">
                  <c:v>2413.3300000000022</c:v>
                </c:pt>
                <c:pt idx="136" formatCode="###,###,##0.00">
                  <c:v>2426.0540000000001</c:v>
                </c:pt>
                <c:pt idx="137" formatCode="###,###,##0.00">
                  <c:v>2471.3220000000001</c:v>
                </c:pt>
                <c:pt idx="138" formatCode="###,###,##0.00">
                  <c:v>2445.8910000000028</c:v>
                </c:pt>
                <c:pt idx="139" formatCode="###,###,##0.00">
                  <c:v>2418.4910000000027</c:v>
                </c:pt>
                <c:pt idx="140" formatCode="###,###,##0.00">
                  <c:v>2400.5110000000022</c:v>
                </c:pt>
                <c:pt idx="141" formatCode="###,###,##0.00">
                  <c:v>2368.5590000000002</c:v>
                </c:pt>
                <c:pt idx="142" formatCode="###,###,##0.00">
                  <c:v>2365.9540000000002</c:v>
                </c:pt>
                <c:pt idx="143" formatCode="###,###,##0.00">
                  <c:v>2372.0529999999999</c:v>
                </c:pt>
                <c:pt idx="144" formatCode="###,###,##0.00">
                  <c:v>2407.4710000000027</c:v>
                </c:pt>
                <c:pt idx="145" formatCode="###,###,##0.00">
                  <c:v>2373.7179999999998</c:v>
                </c:pt>
                <c:pt idx="146" formatCode="###,###,##0.00">
                  <c:v>2384.96</c:v>
                </c:pt>
                <c:pt idx="147" formatCode="###,###,##0.00">
                  <c:v>2380.4540000000002</c:v>
                </c:pt>
                <c:pt idx="148" formatCode="###,###,##0.00">
                  <c:v>2383.7689999999966</c:v>
                </c:pt>
                <c:pt idx="149" formatCode="###,###,##0.00">
                  <c:v>2353.5679999999998</c:v>
                </c:pt>
                <c:pt idx="150" formatCode="###,###,##0.00">
                  <c:v>2340.5520000000001</c:v>
                </c:pt>
                <c:pt idx="151" formatCode="###,###,##0.00">
                  <c:v>2307.9450000000002</c:v>
                </c:pt>
                <c:pt idx="152" formatCode="###,###,##0.00">
                  <c:v>2315.8890000000001</c:v>
                </c:pt>
                <c:pt idx="153" formatCode="###,###,##0.00">
                  <c:v>2340</c:v>
                </c:pt>
                <c:pt idx="154" formatCode="###,###,##0.00">
                  <c:v>2288.116</c:v>
                </c:pt>
                <c:pt idx="155" formatCode="###,###,##0.00">
                  <c:v>2304.5010000000002</c:v>
                </c:pt>
                <c:pt idx="156" formatCode="###,###,##0.00">
                  <c:v>2350.7339999999999</c:v>
                </c:pt>
                <c:pt idx="157" formatCode="###,###,##0.00">
                  <c:v>2428.9029999999998</c:v>
                </c:pt>
                <c:pt idx="158" formatCode="###,###,##0.00">
                  <c:v>2412.163</c:v>
                </c:pt>
                <c:pt idx="159" formatCode="###,###,##0.00">
                  <c:v>2424.8500000000022</c:v>
                </c:pt>
                <c:pt idx="160" formatCode="###,###,##0.00">
                  <c:v>2409.989</c:v>
                </c:pt>
                <c:pt idx="161" formatCode="###,###,##0.00">
                  <c:v>2397.962</c:v>
                </c:pt>
                <c:pt idx="162" formatCode="###,###,##0.00">
                  <c:v>2388.6289999999967</c:v>
                </c:pt>
                <c:pt idx="163" formatCode="###,###,##0.00">
                  <c:v>2387.4160000000002</c:v>
                </c:pt>
                <c:pt idx="164" formatCode="###,###,##0.00">
                  <c:v>2414.4810000000002</c:v>
                </c:pt>
                <c:pt idx="165" formatCode="###,###,##0.00">
                  <c:v>2439.5300000000002</c:v>
                </c:pt>
                <c:pt idx="166" formatCode="###,###,##0.00">
                  <c:v>2438.944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1262912"/>
        <c:axId val="191262528"/>
      </c:lineChart>
      <c:dateAx>
        <c:axId val="192638448"/>
        <c:scaling>
          <c:orientation val="minMax"/>
        </c:scaling>
        <c:delete val="0"/>
        <c:axPos val="b"/>
        <c:numFmt formatCode="yyyy/m/d" sourceLinked="1"/>
        <c:majorTickMark val="out"/>
        <c:minorTickMark val="none"/>
        <c:tickLblPos val="nextTo"/>
        <c:txPr>
          <a:bodyPr/>
          <a:lstStyle/>
          <a:p>
            <a:pPr>
              <a:defRPr sz="800" baseline="0"/>
            </a:pPr>
            <a:endParaRPr lang="zh-CN"/>
          </a:p>
        </c:txPr>
        <c:crossAx val="191262144"/>
        <c:crosses val="autoZero"/>
        <c:auto val="1"/>
        <c:lblOffset val="100"/>
        <c:baseTimeUnit val="days"/>
      </c:dateAx>
      <c:valAx>
        <c:axId val="19126214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92638448"/>
        <c:crosses val="autoZero"/>
        <c:crossBetween val="between"/>
      </c:valAx>
      <c:valAx>
        <c:axId val="191262528"/>
        <c:scaling>
          <c:orientation val="minMax"/>
          <c:max val="2700"/>
          <c:min val="2000"/>
        </c:scaling>
        <c:delete val="0"/>
        <c:axPos val="r"/>
        <c:numFmt formatCode="0_ " sourceLinked="0"/>
        <c:majorTickMark val="out"/>
        <c:minorTickMark val="none"/>
        <c:tickLblPos val="nextTo"/>
        <c:crossAx val="191262912"/>
        <c:crosses val="max"/>
        <c:crossBetween val="between"/>
        <c:majorUnit val="100"/>
      </c:valAx>
      <c:dateAx>
        <c:axId val="191262912"/>
        <c:scaling>
          <c:orientation val="minMax"/>
        </c:scaling>
        <c:delete val="1"/>
        <c:axPos val="b"/>
        <c:numFmt formatCode="yyyy/m/d" sourceLinked="1"/>
        <c:majorTickMark val="out"/>
        <c:minorTickMark val="none"/>
        <c:tickLblPos val="none"/>
        <c:crossAx val="191262528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aseline="0"/>
            </a:pPr>
            <a:r>
              <a:rPr lang="zh-CN" altLang="en-US" sz="1200" baseline="0"/>
              <a:t>组合仓位与指数单日涨跌</a:t>
            </a:r>
          </a:p>
        </c:rich>
      </c:tx>
      <c:layout>
        <c:manualLayout>
          <c:xMode val="edge"/>
          <c:yMode val="edge"/>
          <c:x val="0.34777659056853516"/>
          <c:y val="0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6.5751139186122284E-2"/>
          <c:y val="0.10872533241037219"/>
          <c:w val="0.84187971510023762"/>
          <c:h val="0.8116103948544896"/>
        </c:manualLayout>
      </c:layout>
      <c:areaChart>
        <c:grouping val="standard"/>
        <c:varyColors val="0"/>
        <c:ser>
          <c:idx val="0"/>
          <c:order val="0"/>
          <c:tx>
            <c:strRef>
              <c:f>图1!$B$1</c:f>
              <c:strCache>
                <c:ptCount val="1"/>
                <c:pt idx="0">
                  <c:v>裸多/空比例</c:v>
                </c:pt>
              </c:strCache>
            </c:strRef>
          </c:tx>
          <c:cat>
            <c:numRef>
              <c:f>图1!$A$16:$A$182</c:f>
              <c:numCache>
                <c:formatCode>yyyy/m/d</c:formatCode>
                <c:ptCount val="167"/>
                <c:pt idx="0">
                  <c:v>41354</c:v>
                </c:pt>
                <c:pt idx="1">
                  <c:v>41355</c:v>
                </c:pt>
                <c:pt idx="2">
                  <c:v>41358</c:v>
                </c:pt>
                <c:pt idx="3">
                  <c:v>41359</c:v>
                </c:pt>
                <c:pt idx="4">
                  <c:v>41360</c:v>
                </c:pt>
                <c:pt idx="5">
                  <c:v>41361</c:v>
                </c:pt>
                <c:pt idx="6">
                  <c:v>41362</c:v>
                </c:pt>
                <c:pt idx="7">
                  <c:v>41365</c:v>
                </c:pt>
                <c:pt idx="8">
                  <c:v>41366</c:v>
                </c:pt>
                <c:pt idx="9">
                  <c:v>41367</c:v>
                </c:pt>
                <c:pt idx="10">
                  <c:v>41372</c:v>
                </c:pt>
                <c:pt idx="11">
                  <c:v>41373</c:v>
                </c:pt>
                <c:pt idx="12">
                  <c:v>41374</c:v>
                </c:pt>
                <c:pt idx="13">
                  <c:v>41375</c:v>
                </c:pt>
                <c:pt idx="14">
                  <c:v>41376</c:v>
                </c:pt>
                <c:pt idx="15">
                  <c:v>41379</c:v>
                </c:pt>
                <c:pt idx="16">
                  <c:v>41380</c:v>
                </c:pt>
                <c:pt idx="17">
                  <c:v>41381</c:v>
                </c:pt>
                <c:pt idx="18">
                  <c:v>41382</c:v>
                </c:pt>
                <c:pt idx="19">
                  <c:v>41383</c:v>
                </c:pt>
                <c:pt idx="20">
                  <c:v>41386</c:v>
                </c:pt>
                <c:pt idx="21">
                  <c:v>41387</c:v>
                </c:pt>
                <c:pt idx="22">
                  <c:v>41388</c:v>
                </c:pt>
                <c:pt idx="23">
                  <c:v>41389</c:v>
                </c:pt>
                <c:pt idx="24">
                  <c:v>41390</c:v>
                </c:pt>
                <c:pt idx="25">
                  <c:v>41396</c:v>
                </c:pt>
                <c:pt idx="26">
                  <c:v>41397</c:v>
                </c:pt>
                <c:pt idx="27">
                  <c:v>41400</c:v>
                </c:pt>
                <c:pt idx="28">
                  <c:v>41401</c:v>
                </c:pt>
                <c:pt idx="29">
                  <c:v>41402</c:v>
                </c:pt>
                <c:pt idx="30">
                  <c:v>41403</c:v>
                </c:pt>
                <c:pt idx="31">
                  <c:v>41404</c:v>
                </c:pt>
                <c:pt idx="32">
                  <c:v>41407</c:v>
                </c:pt>
                <c:pt idx="33">
                  <c:v>41408</c:v>
                </c:pt>
                <c:pt idx="34">
                  <c:v>41409</c:v>
                </c:pt>
                <c:pt idx="35">
                  <c:v>41410</c:v>
                </c:pt>
                <c:pt idx="36">
                  <c:v>41411</c:v>
                </c:pt>
                <c:pt idx="37">
                  <c:v>41414</c:v>
                </c:pt>
                <c:pt idx="38">
                  <c:v>41415</c:v>
                </c:pt>
                <c:pt idx="39">
                  <c:v>41416</c:v>
                </c:pt>
                <c:pt idx="40">
                  <c:v>41417</c:v>
                </c:pt>
                <c:pt idx="41">
                  <c:v>41418</c:v>
                </c:pt>
                <c:pt idx="42">
                  <c:v>41421</c:v>
                </c:pt>
                <c:pt idx="43">
                  <c:v>41422</c:v>
                </c:pt>
                <c:pt idx="44">
                  <c:v>41423</c:v>
                </c:pt>
                <c:pt idx="45">
                  <c:v>41424</c:v>
                </c:pt>
                <c:pt idx="46">
                  <c:v>41425</c:v>
                </c:pt>
                <c:pt idx="47">
                  <c:v>41428</c:v>
                </c:pt>
                <c:pt idx="48">
                  <c:v>41429</c:v>
                </c:pt>
                <c:pt idx="49">
                  <c:v>41430</c:v>
                </c:pt>
                <c:pt idx="50">
                  <c:v>41431</c:v>
                </c:pt>
                <c:pt idx="51">
                  <c:v>41432</c:v>
                </c:pt>
                <c:pt idx="52">
                  <c:v>41438</c:v>
                </c:pt>
                <c:pt idx="53">
                  <c:v>41439</c:v>
                </c:pt>
                <c:pt idx="54">
                  <c:v>41442</c:v>
                </c:pt>
                <c:pt idx="55">
                  <c:v>41443</c:v>
                </c:pt>
                <c:pt idx="56">
                  <c:v>41444</c:v>
                </c:pt>
                <c:pt idx="57">
                  <c:v>41445</c:v>
                </c:pt>
                <c:pt idx="58">
                  <c:v>41446</c:v>
                </c:pt>
                <c:pt idx="59">
                  <c:v>41449</c:v>
                </c:pt>
                <c:pt idx="60">
                  <c:v>41450</c:v>
                </c:pt>
                <c:pt idx="61">
                  <c:v>41451</c:v>
                </c:pt>
                <c:pt idx="62">
                  <c:v>41452</c:v>
                </c:pt>
                <c:pt idx="63">
                  <c:v>41453</c:v>
                </c:pt>
                <c:pt idx="64">
                  <c:v>41456</c:v>
                </c:pt>
                <c:pt idx="65">
                  <c:v>41457</c:v>
                </c:pt>
                <c:pt idx="66">
                  <c:v>41458</c:v>
                </c:pt>
                <c:pt idx="67">
                  <c:v>41459</c:v>
                </c:pt>
                <c:pt idx="68">
                  <c:v>41460</c:v>
                </c:pt>
                <c:pt idx="69">
                  <c:v>41463</c:v>
                </c:pt>
                <c:pt idx="70">
                  <c:v>41464</c:v>
                </c:pt>
                <c:pt idx="71">
                  <c:v>41465</c:v>
                </c:pt>
                <c:pt idx="72">
                  <c:v>41466</c:v>
                </c:pt>
                <c:pt idx="73">
                  <c:v>41467</c:v>
                </c:pt>
                <c:pt idx="74">
                  <c:v>41470</c:v>
                </c:pt>
                <c:pt idx="75">
                  <c:v>41471</c:v>
                </c:pt>
                <c:pt idx="76">
                  <c:v>41472</c:v>
                </c:pt>
                <c:pt idx="77">
                  <c:v>41473</c:v>
                </c:pt>
                <c:pt idx="78">
                  <c:v>41474</c:v>
                </c:pt>
                <c:pt idx="79">
                  <c:v>41477</c:v>
                </c:pt>
                <c:pt idx="80">
                  <c:v>41478</c:v>
                </c:pt>
                <c:pt idx="81">
                  <c:v>41479</c:v>
                </c:pt>
                <c:pt idx="82">
                  <c:v>41480</c:v>
                </c:pt>
                <c:pt idx="83">
                  <c:v>41481</c:v>
                </c:pt>
                <c:pt idx="84">
                  <c:v>41484</c:v>
                </c:pt>
                <c:pt idx="85">
                  <c:v>41485</c:v>
                </c:pt>
                <c:pt idx="86">
                  <c:v>41486</c:v>
                </c:pt>
                <c:pt idx="87">
                  <c:v>41487</c:v>
                </c:pt>
                <c:pt idx="88">
                  <c:v>41488</c:v>
                </c:pt>
                <c:pt idx="89">
                  <c:v>41491</c:v>
                </c:pt>
                <c:pt idx="90">
                  <c:v>41492</c:v>
                </c:pt>
                <c:pt idx="91">
                  <c:v>41493</c:v>
                </c:pt>
                <c:pt idx="92">
                  <c:v>41494</c:v>
                </c:pt>
                <c:pt idx="93">
                  <c:v>41495</c:v>
                </c:pt>
                <c:pt idx="94">
                  <c:v>41498</c:v>
                </c:pt>
                <c:pt idx="95">
                  <c:v>41499</c:v>
                </c:pt>
                <c:pt idx="96">
                  <c:v>41500</c:v>
                </c:pt>
                <c:pt idx="97">
                  <c:v>41501</c:v>
                </c:pt>
                <c:pt idx="98">
                  <c:v>41502</c:v>
                </c:pt>
                <c:pt idx="99">
                  <c:v>41505</c:v>
                </c:pt>
                <c:pt idx="100">
                  <c:v>41506</c:v>
                </c:pt>
                <c:pt idx="101">
                  <c:v>41507</c:v>
                </c:pt>
                <c:pt idx="102">
                  <c:v>41508</c:v>
                </c:pt>
                <c:pt idx="103">
                  <c:v>41509</c:v>
                </c:pt>
                <c:pt idx="104">
                  <c:v>41512</c:v>
                </c:pt>
                <c:pt idx="105">
                  <c:v>41513</c:v>
                </c:pt>
                <c:pt idx="106">
                  <c:v>41514</c:v>
                </c:pt>
                <c:pt idx="107">
                  <c:v>41515</c:v>
                </c:pt>
                <c:pt idx="108">
                  <c:v>41516</c:v>
                </c:pt>
                <c:pt idx="109">
                  <c:v>41519</c:v>
                </c:pt>
                <c:pt idx="110">
                  <c:v>41520</c:v>
                </c:pt>
                <c:pt idx="111">
                  <c:v>41521</c:v>
                </c:pt>
                <c:pt idx="112">
                  <c:v>41522</c:v>
                </c:pt>
                <c:pt idx="113">
                  <c:v>41523</c:v>
                </c:pt>
                <c:pt idx="114">
                  <c:v>41526</c:v>
                </c:pt>
                <c:pt idx="115">
                  <c:v>41527</c:v>
                </c:pt>
                <c:pt idx="116">
                  <c:v>41528</c:v>
                </c:pt>
                <c:pt idx="117">
                  <c:v>41529</c:v>
                </c:pt>
                <c:pt idx="118">
                  <c:v>41530</c:v>
                </c:pt>
                <c:pt idx="119">
                  <c:v>41533</c:v>
                </c:pt>
                <c:pt idx="120">
                  <c:v>41534</c:v>
                </c:pt>
                <c:pt idx="121">
                  <c:v>41535</c:v>
                </c:pt>
                <c:pt idx="122">
                  <c:v>41540</c:v>
                </c:pt>
                <c:pt idx="123">
                  <c:v>41541</c:v>
                </c:pt>
                <c:pt idx="124">
                  <c:v>41542</c:v>
                </c:pt>
                <c:pt idx="125">
                  <c:v>41543</c:v>
                </c:pt>
                <c:pt idx="126">
                  <c:v>41544</c:v>
                </c:pt>
                <c:pt idx="127">
                  <c:v>41547</c:v>
                </c:pt>
                <c:pt idx="128">
                  <c:v>41555</c:v>
                </c:pt>
                <c:pt idx="129">
                  <c:v>41556</c:v>
                </c:pt>
                <c:pt idx="130">
                  <c:v>41557</c:v>
                </c:pt>
                <c:pt idx="131">
                  <c:v>41558</c:v>
                </c:pt>
                <c:pt idx="132">
                  <c:v>41561</c:v>
                </c:pt>
                <c:pt idx="133">
                  <c:v>41562</c:v>
                </c:pt>
                <c:pt idx="134">
                  <c:v>41563</c:v>
                </c:pt>
                <c:pt idx="135">
                  <c:v>41564</c:v>
                </c:pt>
                <c:pt idx="136">
                  <c:v>41565</c:v>
                </c:pt>
                <c:pt idx="137">
                  <c:v>41568</c:v>
                </c:pt>
                <c:pt idx="138">
                  <c:v>41569</c:v>
                </c:pt>
                <c:pt idx="139">
                  <c:v>41570</c:v>
                </c:pt>
                <c:pt idx="140">
                  <c:v>41571</c:v>
                </c:pt>
                <c:pt idx="141">
                  <c:v>41572</c:v>
                </c:pt>
                <c:pt idx="142">
                  <c:v>41575</c:v>
                </c:pt>
                <c:pt idx="143">
                  <c:v>41576</c:v>
                </c:pt>
                <c:pt idx="144">
                  <c:v>41577</c:v>
                </c:pt>
                <c:pt idx="145">
                  <c:v>41578</c:v>
                </c:pt>
                <c:pt idx="146">
                  <c:v>41579</c:v>
                </c:pt>
                <c:pt idx="147">
                  <c:v>41582</c:v>
                </c:pt>
                <c:pt idx="148">
                  <c:v>41583</c:v>
                </c:pt>
                <c:pt idx="149">
                  <c:v>41584</c:v>
                </c:pt>
                <c:pt idx="150">
                  <c:v>41585</c:v>
                </c:pt>
                <c:pt idx="151">
                  <c:v>41586</c:v>
                </c:pt>
                <c:pt idx="152">
                  <c:v>41589</c:v>
                </c:pt>
                <c:pt idx="153">
                  <c:v>41590</c:v>
                </c:pt>
                <c:pt idx="154">
                  <c:v>41591</c:v>
                </c:pt>
                <c:pt idx="155">
                  <c:v>41592</c:v>
                </c:pt>
                <c:pt idx="156">
                  <c:v>41593</c:v>
                </c:pt>
                <c:pt idx="157">
                  <c:v>41596</c:v>
                </c:pt>
                <c:pt idx="158">
                  <c:v>41597</c:v>
                </c:pt>
                <c:pt idx="159">
                  <c:v>41598</c:v>
                </c:pt>
                <c:pt idx="160">
                  <c:v>41599</c:v>
                </c:pt>
                <c:pt idx="161">
                  <c:v>41600</c:v>
                </c:pt>
                <c:pt idx="162">
                  <c:v>41603</c:v>
                </c:pt>
                <c:pt idx="163">
                  <c:v>41604</c:v>
                </c:pt>
                <c:pt idx="164">
                  <c:v>41605</c:v>
                </c:pt>
                <c:pt idx="165">
                  <c:v>41606</c:v>
                </c:pt>
                <c:pt idx="166">
                  <c:v>41607</c:v>
                </c:pt>
              </c:numCache>
            </c:numRef>
          </c:cat>
          <c:val>
            <c:numRef>
              <c:f>图1!$B$16:$B$182</c:f>
              <c:numCache>
                <c:formatCode>0%</c:formatCode>
                <c:ptCount val="167"/>
                <c:pt idx="0">
                  <c:v>0.38489847933960297</c:v>
                </c:pt>
                <c:pt idx="1">
                  <c:v>7.6188569639251219E-2</c:v>
                </c:pt>
                <c:pt idx="2">
                  <c:v>5.0976065891716937E-2</c:v>
                </c:pt>
                <c:pt idx="3">
                  <c:v>2.2574693810153278E-2</c:v>
                </c:pt>
                <c:pt idx="4">
                  <c:v>6.0281009328100835E-2</c:v>
                </c:pt>
                <c:pt idx="5">
                  <c:v>5.6875775429335085E-2</c:v>
                </c:pt>
                <c:pt idx="6">
                  <c:v>4.0154885316235629E-2</c:v>
                </c:pt>
                <c:pt idx="7">
                  <c:v>4.7278904630119557E-2</c:v>
                </c:pt>
                <c:pt idx="8">
                  <c:v>-1.5738643383586651E-4</c:v>
                </c:pt>
                <c:pt idx="9">
                  <c:v>3.8377606432828136E-2</c:v>
                </c:pt>
                <c:pt idx="10">
                  <c:v>0.25295634323165622</c:v>
                </c:pt>
                <c:pt idx="11">
                  <c:v>0.33014704200259259</c:v>
                </c:pt>
                <c:pt idx="12">
                  <c:v>4.4841281560985567E-2</c:v>
                </c:pt>
                <c:pt idx="13">
                  <c:v>-4.1277610263701525E-2</c:v>
                </c:pt>
                <c:pt idx="14">
                  <c:v>1.3472548318522301E-2</c:v>
                </c:pt>
                <c:pt idx="15">
                  <c:v>1.6452546850975122E-2</c:v>
                </c:pt>
                <c:pt idx="16">
                  <c:v>-4.9481419417586364E-4</c:v>
                </c:pt>
                <c:pt idx="17">
                  <c:v>-2.7765972818889421E-2</c:v>
                </c:pt>
                <c:pt idx="18">
                  <c:v>0.20427700683891978</c:v>
                </c:pt>
                <c:pt idx="19">
                  <c:v>0.28762908541108428</c:v>
                </c:pt>
                <c:pt idx="20">
                  <c:v>1.7963488806727039E-3</c:v>
                </c:pt>
                <c:pt idx="21">
                  <c:v>9.6038434149911034E-2</c:v>
                </c:pt>
                <c:pt idx="22">
                  <c:v>6.1785271053280431E-2</c:v>
                </c:pt>
                <c:pt idx="23">
                  <c:v>-3.042993636168299E-2</c:v>
                </c:pt>
                <c:pt idx="24">
                  <c:v>4.2964357165147071E-2</c:v>
                </c:pt>
                <c:pt idx="25">
                  <c:v>3.4340512232059021E-2</c:v>
                </c:pt>
                <c:pt idx="26">
                  <c:v>-8.8685738969844538E-2</c:v>
                </c:pt>
                <c:pt idx="27">
                  <c:v>3.5496273546143215E-3</c:v>
                </c:pt>
                <c:pt idx="28">
                  <c:v>1.820582671025274E-2</c:v>
                </c:pt>
                <c:pt idx="29">
                  <c:v>-1.2988519528984891E-2</c:v>
                </c:pt>
                <c:pt idx="30">
                  <c:v>-1.4681150487324445E-2</c:v>
                </c:pt>
                <c:pt idx="31">
                  <c:v>0.2028074313337522</c:v>
                </c:pt>
                <c:pt idx="32">
                  <c:v>-4.8679724836921913E-3</c:v>
                </c:pt>
                <c:pt idx="33">
                  <c:v>-1.1045222270458321E-3</c:v>
                </c:pt>
                <c:pt idx="34">
                  <c:v>0.1741345837095003</c:v>
                </c:pt>
                <c:pt idx="35">
                  <c:v>0.47830901093205558</c:v>
                </c:pt>
                <c:pt idx="36">
                  <c:v>0.53215976717096058</c:v>
                </c:pt>
                <c:pt idx="37">
                  <c:v>0.68197392911288202</c:v>
                </c:pt>
                <c:pt idx="38">
                  <c:v>0.26978978032777312</c:v>
                </c:pt>
                <c:pt idx="39">
                  <c:v>0.13920045495882091</c:v>
                </c:pt>
                <c:pt idx="40">
                  <c:v>-1.0982708409045206E-3</c:v>
                </c:pt>
                <c:pt idx="41">
                  <c:v>2.5408492988443554E-2</c:v>
                </c:pt>
                <c:pt idx="42">
                  <c:v>0.31289319691464312</c:v>
                </c:pt>
                <c:pt idx="43">
                  <c:v>0.77367571815390768</c:v>
                </c:pt>
                <c:pt idx="44">
                  <c:v>0.2674440835023193</c:v>
                </c:pt>
                <c:pt idx="45">
                  <c:v>0.36328410905612685</c:v>
                </c:pt>
                <c:pt idx="46">
                  <c:v>0.45511471307712437</c:v>
                </c:pt>
                <c:pt idx="47">
                  <c:v>1.9007411860399143E-2</c:v>
                </c:pt>
                <c:pt idx="48">
                  <c:v>-1.5371486979180489E-2</c:v>
                </c:pt>
                <c:pt idx="49">
                  <c:v>0.42187632832763838</c:v>
                </c:pt>
                <c:pt idx="50">
                  <c:v>0.28870092324397173</c:v>
                </c:pt>
                <c:pt idx="51">
                  <c:v>0.34582838083147455</c:v>
                </c:pt>
                <c:pt idx="52">
                  <c:v>0.33894048863781256</c:v>
                </c:pt>
                <c:pt idx="53">
                  <c:v>7.794168925302733E-2</c:v>
                </c:pt>
                <c:pt idx="54">
                  <c:v>4.2641862911435055E-2</c:v>
                </c:pt>
                <c:pt idx="55">
                  <c:v>0.2829172004345899</c:v>
                </c:pt>
                <c:pt idx="56">
                  <c:v>3.0595582862747391E-3</c:v>
                </c:pt>
                <c:pt idx="57">
                  <c:v>4.6178403901250283E-4</c:v>
                </c:pt>
                <c:pt idx="58">
                  <c:v>5.0595963430738244E-2</c:v>
                </c:pt>
                <c:pt idx="59">
                  <c:v>0.19530711160287798</c:v>
                </c:pt>
                <c:pt idx="60">
                  <c:v>0.20582155904616675</c:v>
                </c:pt>
                <c:pt idx="61">
                  <c:v>3.8942991158005306E-2</c:v>
                </c:pt>
                <c:pt idx="62">
                  <c:v>7.7779858462607765E-2</c:v>
                </c:pt>
                <c:pt idx="63">
                  <c:v>9.0666219057900121E-2</c:v>
                </c:pt>
                <c:pt idx="64">
                  <c:v>8.2981402787022748E-2</c:v>
                </c:pt>
                <c:pt idx="65">
                  <c:v>0.12723515251530981</c:v>
                </c:pt>
                <c:pt idx="66">
                  <c:v>0.15247414651188207</c:v>
                </c:pt>
                <c:pt idx="67">
                  <c:v>0.13893180298329841</c:v>
                </c:pt>
                <c:pt idx="68">
                  <c:v>0.16222422418962834</c:v>
                </c:pt>
                <c:pt idx="69">
                  <c:v>4.3322954107168174E-2</c:v>
                </c:pt>
                <c:pt idx="70">
                  <c:v>6.1527654082688385E-2</c:v>
                </c:pt>
                <c:pt idx="71">
                  <c:v>0.31220206869407358</c:v>
                </c:pt>
                <c:pt idx="72">
                  <c:v>0.47002589780618431</c:v>
                </c:pt>
                <c:pt idx="73">
                  <c:v>0.52666687587251348</c:v>
                </c:pt>
                <c:pt idx="74">
                  <c:v>0.86821904040662545</c:v>
                </c:pt>
                <c:pt idx="75">
                  <c:v>0.11017167433610744</c:v>
                </c:pt>
                <c:pt idx="76">
                  <c:v>-1.00829945843032E-3</c:v>
                </c:pt>
                <c:pt idx="77">
                  <c:v>1.7170049951519186E-2</c:v>
                </c:pt>
                <c:pt idx="78">
                  <c:v>0.24691110454645304</c:v>
                </c:pt>
                <c:pt idx="79">
                  <c:v>7.2422968198833509E-2</c:v>
                </c:pt>
                <c:pt idx="80">
                  <c:v>1.4474554025253933E-2</c:v>
                </c:pt>
                <c:pt idx="81">
                  <c:v>0.46738781708685651</c:v>
                </c:pt>
                <c:pt idx="82">
                  <c:v>1.100670035044098E-2</c:v>
                </c:pt>
                <c:pt idx="83">
                  <c:v>1.9359653133468841E-2</c:v>
                </c:pt>
                <c:pt idx="84">
                  <c:v>2.771778925209193E-2</c:v>
                </c:pt>
                <c:pt idx="85">
                  <c:v>4.6181598120102016E-2</c:v>
                </c:pt>
                <c:pt idx="86">
                  <c:v>1.9319029408500027E-2</c:v>
                </c:pt>
                <c:pt idx="87">
                  <c:v>2.5313673932896703E-2</c:v>
                </c:pt>
                <c:pt idx="88">
                  <c:v>0.49039803947530702</c:v>
                </c:pt>
                <c:pt idx="89">
                  <c:v>0.97475825667434901</c:v>
                </c:pt>
                <c:pt idx="90">
                  <c:v>0.95667125740882486</c:v>
                </c:pt>
                <c:pt idx="91">
                  <c:v>0.15525759984747667</c:v>
                </c:pt>
                <c:pt idx="92">
                  <c:v>0.19200466585623521</c:v>
                </c:pt>
                <c:pt idx="93">
                  <c:v>0.8392947300971898</c:v>
                </c:pt>
                <c:pt idx="94">
                  <c:v>0.87358346660292951</c:v>
                </c:pt>
                <c:pt idx="95">
                  <c:v>0.86996787873762549</c:v>
                </c:pt>
                <c:pt idx="96">
                  <c:v>1.3001710080549345E-2</c:v>
                </c:pt>
                <c:pt idx="97">
                  <c:v>1.0749934659028777</c:v>
                </c:pt>
                <c:pt idx="98">
                  <c:v>-1.0923713925012495E-2</c:v>
                </c:pt>
                <c:pt idx="99">
                  <c:v>0.90467049213259143</c:v>
                </c:pt>
                <c:pt idx="100">
                  <c:v>9.9601782423778012E-2</c:v>
                </c:pt>
                <c:pt idx="101">
                  <c:v>0.61585240784504025</c:v>
                </c:pt>
                <c:pt idx="102">
                  <c:v>0.11958638419627092</c:v>
                </c:pt>
                <c:pt idx="103">
                  <c:v>0.18691845446716332</c:v>
                </c:pt>
                <c:pt idx="104">
                  <c:v>0.7920042059362945</c:v>
                </c:pt>
                <c:pt idx="105">
                  <c:v>0.26872191758905234</c:v>
                </c:pt>
                <c:pt idx="106">
                  <c:v>1</c:v>
                </c:pt>
                <c:pt idx="107">
                  <c:v>0.70751016019734181</c:v>
                </c:pt>
                <c:pt idx="108">
                  <c:v>2.6434076373365648E-2</c:v>
                </c:pt>
                <c:pt idx="109">
                  <c:v>0.6488920868371606</c:v>
                </c:pt>
                <c:pt idx="110">
                  <c:v>1</c:v>
                </c:pt>
                <c:pt idx="111">
                  <c:v>0.31703525911659403</c:v>
                </c:pt>
                <c:pt idx="112">
                  <c:v>0.20611635843870721</c:v>
                </c:pt>
                <c:pt idx="113">
                  <c:v>0.90630063759349055</c:v>
                </c:pt>
                <c:pt idx="114">
                  <c:v>1</c:v>
                </c:pt>
                <c:pt idx="115">
                  <c:v>1</c:v>
                </c:pt>
                <c:pt idx="116">
                  <c:v>0.20236258679342456</c:v>
                </c:pt>
                <c:pt idx="117">
                  <c:v>0.9330541471122521</c:v>
                </c:pt>
                <c:pt idx="118">
                  <c:v>0.54620330282895257</c:v>
                </c:pt>
                <c:pt idx="119">
                  <c:v>0.76529750721861445</c:v>
                </c:pt>
                <c:pt idx="120">
                  <c:v>0.81679099379230691</c:v>
                </c:pt>
                <c:pt idx="121">
                  <c:v>0.17260846305334071</c:v>
                </c:pt>
                <c:pt idx="122">
                  <c:v>4.0430291846926737E-2</c:v>
                </c:pt>
                <c:pt idx="123">
                  <c:v>0.29184118857987268</c:v>
                </c:pt>
                <c:pt idx="124">
                  <c:v>0.11163137429796118</c:v>
                </c:pt>
                <c:pt idx="125">
                  <c:v>0.44627371025222534</c:v>
                </c:pt>
                <c:pt idx="126">
                  <c:v>0.19005260976204882</c:v>
                </c:pt>
                <c:pt idx="127">
                  <c:v>9.8580916101926208E-2</c:v>
                </c:pt>
                <c:pt idx="128">
                  <c:v>6.9970675440995583E-2</c:v>
                </c:pt>
                <c:pt idx="129">
                  <c:v>0.13290979347409757</c:v>
                </c:pt>
                <c:pt idx="130">
                  <c:v>0.49424790250292172</c:v>
                </c:pt>
                <c:pt idx="131">
                  <c:v>0.50066395753087189</c:v>
                </c:pt>
                <c:pt idx="132">
                  <c:v>7.0270758543232767E-2</c:v>
                </c:pt>
                <c:pt idx="133">
                  <c:v>0.56911460985239748</c:v>
                </c:pt>
                <c:pt idx="134">
                  <c:v>8.5642439877542623E-2</c:v>
                </c:pt>
                <c:pt idx="135">
                  <c:v>4.9704450183356522E-2</c:v>
                </c:pt>
                <c:pt idx="136">
                  <c:v>0.19417758502215518</c:v>
                </c:pt>
                <c:pt idx="137">
                  <c:v>0.15677782529161416</c:v>
                </c:pt>
                <c:pt idx="138">
                  <c:v>1.2931546680765123E-2</c:v>
                </c:pt>
                <c:pt idx="139">
                  <c:v>5.2593534379629631E-2</c:v>
                </c:pt>
                <c:pt idx="140">
                  <c:v>5.7749003162627016E-2</c:v>
                </c:pt>
                <c:pt idx="141">
                  <c:v>2.1661430002720656E-2</c:v>
                </c:pt>
                <c:pt idx="142">
                  <c:v>1.9380541869481904E-2</c:v>
                </c:pt>
                <c:pt idx="143">
                  <c:v>1.53100913987052E-3</c:v>
                </c:pt>
                <c:pt idx="144">
                  <c:v>0.15768725272169634</c:v>
                </c:pt>
                <c:pt idx="145">
                  <c:v>0.14911506897821269</c:v>
                </c:pt>
                <c:pt idx="146">
                  <c:v>1.8568663069798727E-3</c:v>
                </c:pt>
                <c:pt idx="147">
                  <c:v>4.8307920858043828E-2</c:v>
                </c:pt>
                <c:pt idx="148">
                  <c:v>4.2423722596881902E-2</c:v>
                </c:pt>
                <c:pt idx="149">
                  <c:v>4.2776668436741001E-2</c:v>
                </c:pt>
                <c:pt idx="150">
                  <c:v>2.5224458033487426E-2</c:v>
                </c:pt>
                <c:pt idx="151">
                  <c:v>4.0971212740846912E-2</c:v>
                </c:pt>
                <c:pt idx="152">
                  <c:v>8.6132187125180101E-2</c:v>
                </c:pt>
                <c:pt idx="153">
                  <c:v>7.4276824009108872E-2</c:v>
                </c:pt>
                <c:pt idx="154">
                  <c:v>0.21226266489330298</c:v>
                </c:pt>
                <c:pt idx="155">
                  <c:v>2.0950192257132478E-2</c:v>
                </c:pt>
                <c:pt idx="156">
                  <c:v>3.2632007238926411E-2</c:v>
                </c:pt>
                <c:pt idx="157">
                  <c:v>0.12518699616363363</c:v>
                </c:pt>
                <c:pt idx="158">
                  <c:v>0.46469638661419926</c:v>
                </c:pt>
                <c:pt idx="159">
                  <c:v>0.79174363257041491</c:v>
                </c:pt>
                <c:pt idx="160">
                  <c:v>1</c:v>
                </c:pt>
                <c:pt idx="161">
                  <c:v>0.98306261102030956</c:v>
                </c:pt>
                <c:pt idx="162">
                  <c:v>0.41558191556264407</c:v>
                </c:pt>
                <c:pt idx="163">
                  <c:v>0.428969273640324</c:v>
                </c:pt>
                <c:pt idx="164">
                  <c:v>1</c:v>
                </c:pt>
                <c:pt idx="165">
                  <c:v>0.98393768701535744</c:v>
                </c:pt>
                <c:pt idx="166">
                  <c:v>0.82173078155321977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1353440"/>
        <c:axId val="191353832"/>
      </c:areaChart>
      <c:lineChart>
        <c:grouping val="standard"/>
        <c:varyColors val="0"/>
        <c:ser>
          <c:idx val="2"/>
          <c:order val="1"/>
          <c:tx>
            <c:strRef>
              <c:f>图1!$E$1</c:f>
              <c:strCache>
                <c:ptCount val="1"/>
                <c:pt idx="0">
                  <c:v>期货次日上涨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5"/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</c:marker>
          <c:cat>
            <c:numRef>
              <c:f>图1!$A$16:$A$182</c:f>
              <c:numCache>
                <c:formatCode>yyyy/m/d</c:formatCode>
                <c:ptCount val="167"/>
                <c:pt idx="0">
                  <c:v>41354</c:v>
                </c:pt>
                <c:pt idx="1">
                  <c:v>41355</c:v>
                </c:pt>
                <c:pt idx="2">
                  <c:v>41358</c:v>
                </c:pt>
                <c:pt idx="3">
                  <c:v>41359</c:v>
                </c:pt>
                <c:pt idx="4">
                  <c:v>41360</c:v>
                </c:pt>
                <c:pt idx="5">
                  <c:v>41361</c:v>
                </c:pt>
                <c:pt idx="6">
                  <c:v>41362</c:v>
                </c:pt>
                <c:pt idx="7">
                  <c:v>41365</c:v>
                </c:pt>
                <c:pt idx="8">
                  <c:v>41366</c:v>
                </c:pt>
                <c:pt idx="9">
                  <c:v>41367</c:v>
                </c:pt>
                <c:pt idx="10">
                  <c:v>41372</c:v>
                </c:pt>
                <c:pt idx="11">
                  <c:v>41373</c:v>
                </c:pt>
                <c:pt idx="12">
                  <c:v>41374</c:v>
                </c:pt>
                <c:pt idx="13">
                  <c:v>41375</c:v>
                </c:pt>
                <c:pt idx="14">
                  <c:v>41376</c:v>
                </c:pt>
                <c:pt idx="15">
                  <c:v>41379</c:v>
                </c:pt>
                <c:pt idx="16">
                  <c:v>41380</c:v>
                </c:pt>
                <c:pt idx="17">
                  <c:v>41381</c:v>
                </c:pt>
                <c:pt idx="18">
                  <c:v>41382</c:v>
                </c:pt>
                <c:pt idx="19">
                  <c:v>41383</c:v>
                </c:pt>
                <c:pt idx="20">
                  <c:v>41386</c:v>
                </c:pt>
                <c:pt idx="21">
                  <c:v>41387</c:v>
                </c:pt>
                <c:pt idx="22">
                  <c:v>41388</c:v>
                </c:pt>
                <c:pt idx="23">
                  <c:v>41389</c:v>
                </c:pt>
                <c:pt idx="24">
                  <c:v>41390</c:v>
                </c:pt>
                <c:pt idx="25">
                  <c:v>41396</c:v>
                </c:pt>
                <c:pt idx="26">
                  <c:v>41397</c:v>
                </c:pt>
                <c:pt idx="27">
                  <c:v>41400</c:v>
                </c:pt>
                <c:pt idx="28">
                  <c:v>41401</c:v>
                </c:pt>
                <c:pt idx="29">
                  <c:v>41402</c:v>
                </c:pt>
                <c:pt idx="30">
                  <c:v>41403</c:v>
                </c:pt>
                <c:pt idx="31">
                  <c:v>41404</c:v>
                </c:pt>
                <c:pt idx="32">
                  <c:v>41407</c:v>
                </c:pt>
                <c:pt idx="33">
                  <c:v>41408</c:v>
                </c:pt>
                <c:pt idx="34">
                  <c:v>41409</c:v>
                </c:pt>
                <c:pt idx="35">
                  <c:v>41410</c:v>
                </c:pt>
                <c:pt idx="36">
                  <c:v>41411</c:v>
                </c:pt>
                <c:pt idx="37">
                  <c:v>41414</c:v>
                </c:pt>
                <c:pt idx="38">
                  <c:v>41415</c:v>
                </c:pt>
                <c:pt idx="39">
                  <c:v>41416</c:v>
                </c:pt>
                <c:pt idx="40">
                  <c:v>41417</c:v>
                </c:pt>
                <c:pt idx="41">
                  <c:v>41418</c:v>
                </c:pt>
                <c:pt idx="42">
                  <c:v>41421</c:v>
                </c:pt>
                <c:pt idx="43">
                  <c:v>41422</c:v>
                </c:pt>
                <c:pt idx="44">
                  <c:v>41423</c:v>
                </c:pt>
                <c:pt idx="45">
                  <c:v>41424</c:v>
                </c:pt>
                <c:pt idx="46">
                  <c:v>41425</c:v>
                </c:pt>
                <c:pt idx="47">
                  <c:v>41428</c:v>
                </c:pt>
                <c:pt idx="48">
                  <c:v>41429</c:v>
                </c:pt>
                <c:pt idx="49">
                  <c:v>41430</c:v>
                </c:pt>
                <c:pt idx="50">
                  <c:v>41431</c:v>
                </c:pt>
                <c:pt idx="51">
                  <c:v>41432</c:v>
                </c:pt>
                <c:pt idx="52">
                  <c:v>41438</c:v>
                </c:pt>
                <c:pt idx="53">
                  <c:v>41439</c:v>
                </c:pt>
                <c:pt idx="54">
                  <c:v>41442</c:v>
                </c:pt>
                <c:pt idx="55">
                  <c:v>41443</c:v>
                </c:pt>
                <c:pt idx="56">
                  <c:v>41444</c:v>
                </c:pt>
                <c:pt idx="57">
                  <c:v>41445</c:v>
                </c:pt>
                <c:pt idx="58">
                  <c:v>41446</c:v>
                </c:pt>
                <c:pt idx="59">
                  <c:v>41449</c:v>
                </c:pt>
                <c:pt idx="60">
                  <c:v>41450</c:v>
                </c:pt>
                <c:pt idx="61">
                  <c:v>41451</c:v>
                </c:pt>
                <c:pt idx="62">
                  <c:v>41452</c:v>
                </c:pt>
                <c:pt idx="63">
                  <c:v>41453</c:v>
                </c:pt>
                <c:pt idx="64">
                  <c:v>41456</c:v>
                </c:pt>
                <c:pt idx="65">
                  <c:v>41457</c:v>
                </c:pt>
                <c:pt idx="66">
                  <c:v>41458</c:v>
                </c:pt>
                <c:pt idx="67">
                  <c:v>41459</c:v>
                </c:pt>
                <c:pt idx="68">
                  <c:v>41460</c:v>
                </c:pt>
                <c:pt idx="69">
                  <c:v>41463</c:v>
                </c:pt>
                <c:pt idx="70">
                  <c:v>41464</c:v>
                </c:pt>
                <c:pt idx="71">
                  <c:v>41465</c:v>
                </c:pt>
                <c:pt idx="72">
                  <c:v>41466</c:v>
                </c:pt>
                <c:pt idx="73">
                  <c:v>41467</c:v>
                </c:pt>
                <c:pt idx="74">
                  <c:v>41470</c:v>
                </c:pt>
                <c:pt idx="75">
                  <c:v>41471</c:v>
                </c:pt>
                <c:pt idx="76">
                  <c:v>41472</c:v>
                </c:pt>
                <c:pt idx="77">
                  <c:v>41473</c:v>
                </c:pt>
                <c:pt idx="78">
                  <c:v>41474</c:v>
                </c:pt>
                <c:pt idx="79">
                  <c:v>41477</c:v>
                </c:pt>
                <c:pt idx="80">
                  <c:v>41478</c:v>
                </c:pt>
                <c:pt idx="81">
                  <c:v>41479</c:v>
                </c:pt>
                <c:pt idx="82">
                  <c:v>41480</c:v>
                </c:pt>
                <c:pt idx="83">
                  <c:v>41481</c:v>
                </c:pt>
                <c:pt idx="84">
                  <c:v>41484</c:v>
                </c:pt>
                <c:pt idx="85">
                  <c:v>41485</c:v>
                </c:pt>
                <c:pt idx="86">
                  <c:v>41486</c:v>
                </c:pt>
                <c:pt idx="87">
                  <c:v>41487</c:v>
                </c:pt>
                <c:pt idx="88">
                  <c:v>41488</c:v>
                </c:pt>
                <c:pt idx="89">
                  <c:v>41491</c:v>
                </c:pt>
                <c:pt idx="90">
                  <c:v>41492</c:v>
                </c:pt>
                <c:pt idx="91">
                  <c:v>41493</c:v>
                </c:pt>
                <c:pt idx="92">
                  <c:v>41494</c:v>
                </c:pt>
                <c:pt idx="93">
                  <c:v>41495</c:v>
                </c:pt>
                <c:pt idx="94">
                  <c:v>41498</c:v>
                </c:pt>
                <c:pt idx="95">
                  <c:v>41499</c:v>
                </c:pt>
                <c:pt idx="96">
                  <c:v>41500</c:v>
                </c:pt>
                <c:pt idx="97">
                  <c:v>41501</c:v>
                </c:pt>
                <c:pt idx="98">
                  <c:v>41502</c:v>
                </c:pt>
                <c:pt idx="99">
                  <c:v>41505</c:v>
                </c:pt>
                <c:pt idx="100">
                  <c:v>41506</c:v>
                </c:pt>
                <c:pt idx="101">
                  <c:v>41507</c:v>
                </c:pt>
                <c:pt idx="102">
                  <c:v>41508</c:v>
                </c:pt>
                <c:pt idx="103">
                  <c:v>41509</c:v>
                </c:pt>
                <c:pt idx="104">
                  <c:v>41512</c:v>
                </c:pt>
                <c:pt idx="105">
                  <c:v>41513</c:v>
                </c:pt>
                <c:pt idx="106">
                  <c:v>41514</c:v>
                </c:pt>
                <c:pt idx="107">
                  <c:v>41515</c:v>
                </c:pt>
                <c:pt idx="108">
                  <c:v>41516</c:v>
                </c:pt>
                <c:pt idx="109">
                  <c:v>41519</c:v>
                </c:pt>
                <c:pt idx="110">
                  <c:v>41520</c:v>
                </c:pt>
                <c:pt idx="111">
                  <c:v>41521</c:v>
                </c:pt>
                <c:pt idx="112">
                  <c:v>41522</c:v>
                </c:pt>
                <c:pt idx="113">
                  <c:v>41523</c:v>
                </c:pt>
                <c:pt idx="114">
                  <c:v>41526</c:v>
                </c:pt>
                <c:pt idx="115">
                  <c:v>41527</c:v>
                </c:pt>
                <c:pt idx="116">
                  <c:v>41528</c:v>
                </c:pt>
                <c:pt idx="117">
                  <c:v>41529</c:v>
                </c:pt>
                <c:pt idx="118">
                  <c:v>41530</c:v>
                </c:pt>
                <c:pt idx="119">
                  <c:v>41533</c:v>
                </c:pt>
                <c:pt idx="120">
                  <c:v>41534</c:v>
                </c:pt>
                <c:pt idx="121">
                  <c:v>41535</c:v>
                </c:pt>
                <c:pt idx="122">
                  <c:v>41540</c:v>
                </c:pt>
                <c:pt idx="123">
                  <c:v>41541</c:v>
                </c:pt>
                <c:pt idx="124">
                  <c:v>41542</c:v>
                </c:pt>
                <c:pt idx="125">
                  <c:v>41543</c:v>
                </c:pt>
                <c:pt idx="126">
                  <c:v>41544</c:v>
                </c:pt>
                <c:pt idx="127">
                  <c:v>41547</c:v>
                </c:pt>
                <c:pt idx="128">
                  <c:v>41555</c:v>
                </c:pt>
                <c:pt idx="129">
                  <c:v>41556</c:v>
                </c:pt>
                <c:pt idx="130">
                  <c:v>41557</c:v>
                </c:pt>
                <c:pt idx="131">
                  <c:v>41558</c:v>
                </c:pt>
                <c:pt idx="132">
                  <c:v>41561</c:v>
                </c:pt>
                <c:pt idx="133">
                  <c:v>41562</c:v>
                </c:pt>
                <c:pt idx="134">
                  <c:v>41563</c:v>
                </c:pt>
                <c:pt idx="135">
                  <c:v>41564</c:v>
                </c:pt>
                <c:pt idx="136">
                  <c:v>41565</c:v>
                </c:pt>
                <c:pt idx="137">
                  <c:v>41568</c:v>
                </c:pt>
                <c:pt idx="138">
                  <c:v>41569</c:v>
                </c:pt>
                <c:pt idx="139">
                  <c:v>41570</c:v>
                </c:pt>
                <c:pt idx="140">
                  <c:v>41571</c:v>
                </c:pt>
                <c:pt idx="141">
                  <c:v>41572</c:v>
                </c:pt>
                <c:pt idx="142">
                  <c:v>41575</c:v>
                </c:pt>
                <c:pt idx="143">
                  <c:v>41576</c:v>
                </c:pt>
                <c:pt idx="144">
                  <c:v>41577</c:v>
                </c:pt>
                <c:pt idx="145">
                  <c:v>41578</c:v>
                </c:pt>
                <c:pt idx="146">
                  <c:v>41579</c:v>
                </c:pt>
                <c:pt idx="147">
                  <c:v>41582</c:v>
                </c:pt>
                <c:pt idx="148">
                  <c:v>41583</c:v>
                </c:pt>
                <c:pt idx="149">
                  <c:v>41584</c:v>
                </c:pt>
                <c:pt idx="150">
                  <c:v>41585</c:v>
                </c:pt>
                <c:pt idx="151">
                  <c:v>41586</c:v>
                </c:pt>
                <c:pt idx="152">
                  <c:v>41589</c:v>
                </c:pt>
                <c:pt idx="153">
                  <c:v>41590</c:v>
                </c:pt>
                <c:pt idx="154">
                  <c:v>41591</c:v>
                </c:pt>
                <c:pt idx="155">
                  <c:v>41592</c:v>
                </c:pt>
                <c:pt idx="156">
                  <c:v>41593</c:v>
                </c:pt>
                <c:pt idx="157">
                  <c:v>41596</c:v>
                </c:pt>
                <c:pt idx="158">
                  <c:v>41597</c:v>
                </c:pt>
                <c:pt idx="159">
                  <c:v>41598</c:v>
                </c:pt>
                <c:pt idx="160">
                  <c:v>41599</c:v>
                </c:pt>
                <c:pt idx="161">
                  <c:v>41600</c:v>
                </c:pt>
                <c:pt idx="162">
                  <c:v>41603</c:v>
                </c:pt>
                <c:pt idx="163">
                  <c:v>41604</c:v>
                </c:pt>
                <c:pt idx="164">
                  <c:v>41605</c:v>
                </c:pt>
                <c:pt idx="165">
                  <c:v>41606</c:v>
                </c:pt>
                <c:pt idx="166">
                  <c:v>41607</c:v>
                </c:pt>
              </c:numCache>
            </c:numRef>
          </c:cat>
          <c:val>
            <c:numRef>
              <c:f>图1!$E$16:$E$182</c:f>
              <c:numCache>
                <c:formatCode>General</c:formatCode>
                <c:ptCount val="167"/>
                <c:pt idx="0" formatCode="0.00%">
                  <c:v>3.3626289644632626E-3</c:v>
                </c:pt>
                <c:pt idx="3" formatCode="0.00%">
                  <c:v>4.6649043694602029E-4</c:v>
                </c:pt>
                <c:pt idx="7" formatCode="0.00%">
                  <c:v>9.1011597938146505E-3</c:v>
                </c:pt>
                <c:pt idx="10" formatCode="0.00%">
                  <c:v>6.8187352869550875E-3</c:v>
                </c:pt>
                <c:pt idx="11" formatCode="0.00%">
                  <c:v>1.6125131016697696E-4</c:v>
                </c:pt>
                <c:pt idx="15" formatCode="0.00%">
                  <c:v>3.6047845321973797E-3</c:v>
                </c:pt>
                <c:pt idx="16" formatCode="0.00%">
                  <c:v>1.6326530612245126E-3</c:v>
                </c:pt>
                <c:pt idx="17" formatCode="0.00%">
                  <c:v>2.3634881825591592E-3</c:v>
                </c:pt>
                <c:pt idx="18" formatCode="0.00%">
                  <c:v>2.7807138791771609E-2</c:v>
                </c:pt>
                <c:pt idx="19" formatCode="0.00%">
                  <c:v>1.4239379795903961E-3</c:v>
                </c:pt>
                <c:pt idx="21" formatCode="0.00%">
                  <c:v>1.8052605783368765E-2</c:v>
                </c:pt>
                <c:pt idx="25" formatCode="0.00%">
                  <c:v>1.9349020250881283E-2</c:v>
                </c:pt>
                <c:pt idx="26" formatCode="0.00%">
                  <c:v>9.0887155151613414E-3</c:v>
                </c:pt>
                <c:pt idx="27" formatCode="0.00%">
                  <c:v>6.2968276741590737E-3</c:v>
                </c:pt>
                <c:pt idx="28" formatCode="0.00%">
                  <c:v>7.0495049504950558E-3</c:v>
                </c:pt>
                <c:pt idx="30" formatCode="0.00%">
                  <c:v>8.1720088860679687E-3</c:v>
                </c:pt>
                <c:pt idx="33" formatCode="0.00%">
                  <c:v>1.3684295258793457E-3</c:v>
                </c:pt>
                <c:pt idx="34" formatCode="0.00%">
                  <c:v>2.4517684887459756E-2</c:v>
                </c:pt>
                <c:pt idx="35" formatCode="0.00%">
                  <c:v>1.0827775598273765E-2</c:v>
                </c:pt>
                <c:pt idx="36" formatCode="0.00%">
                  <c:v>6.675463789490149E-3</c:v>
                </c:pt>
                <c:pt idx="37" formatCode="0.00%">
                  <c:v>2.2361014727425629E-3</c:v>
                </c:pt>
                <c:pt idx="38" formatCode="0.00%">
                  <c:v>9.2321895676250783E-4</c:v>
                </c:pt>
                <c:pt idx="40" formatCode="0.00%">
                  <c:v>6.6905243503967374E-3</c:v>
                </c:pt>
                <c:pt idx="42" formatCode="0.00%">
                  <c:v>2.31582219459123E-2</c:v>
                </c:pt>
                <c:pt idx="52" formatCode="0.00%">
                  <c:v>5.0344017452592718E-3</c:v>
                </c:pt>
                <c:pt idx="53" formatCode="0.00%">
                  <c:v>2.5045917515442809E-4</c:v>
                </c:pt>
                <c:pt idx="54" formatCode="0.00%">
                  <c:v>3.7559469159502701E-3</c:v>
                </c:pt>
                <c:pt idx="60" formatCode="0.00%">
                  <c:v>4.5437334343052579E-3</c:v>
                </c:pt>
                <c:pt idx="62" formatCode="0.00%">
                  <c:v>2.3407267579046702E-2</c:v>
                </c:pt>
                <c:pt idx="66" formatCode="0.00%">
                  <c:v>1.1649580615097828E-2</c:v>
                </c:pt>
                <c:pt idx="67" formatCode="0.00%">
                  <c:v>1.197604790419192E-3</c:v>
                </c:pt>
                <c:pt idx="70" formatCode="0.00%">
                  <c:v>3.6103798420458882E-2</c:v>
                </c:pt>
                <c:pt idx="71" formatCode="0.00%">
                  <c:v>5.308529945553539E-2</c:v>
                </c:pt>
                <c:pt idx="73" formatCode="0.00%">
                  <c:v>6.3241106719367137E-3</c:v>
                </c:pt>
                <c:pt idx="74" formatCode="0.00%">
                  <c:v>5.9352361002007548E-3</c:v>
                </c:pt>
                <c:pt idx="79" formatCode="0.00%">
                  <c:v>3.4594095940959413E-2</c:v>
                </c:pt>
                <c:pt idx="84" formatCode="0.00%">
                  <c:v>2.1260861527083777E-3</c:v>
                </c:pt>
                <c:pt idx="86" formatCode="0.00%">
                  <c:v>3.6581986143187084E-2</c:v>
                </c:pt>
                <c:pt idx="88" formatCode="0.00%">
                  <c:v>1.1517857142857156E-2</c:v>
                </c:pt>
                <c:pt idx="89" formatCode="0.00%">
                  <c:v>5.7374878630065407E-3</c:v>
                </c:pt>
                <c:pt idx="91" formatCode="0.00%">
                  <c:v>3.0995394969890455E-3</c:v>
                </c:pt>
                <c:pt idx="92" formatCode="0.00%">
                  <c:v>1.0064447779641434E-2</c:v>
                </c:pt>
                <c:pt idx="93" formatCode="0.00%">
                  <c:v>2.630888908312224E-2</c:v>
                </c:pt>
                <c:pt idx="94" formatCode="0.00%">
                  <c:v>2.6400953840912682E-3</c:v>
                </c:pt>
                <c:pt idx="97" formatCode="0.00%">
                  <c:v>2.4954823164959894E-3</c:v>
                </c:pt>
                <c:pt idx="100" formatCode="0.00%">
                  <c:v>2.3390799618816516E-3</c:v>
                </c:pt>
                <c:pt idx="103" formatCode="0.00%">
                  <c:v>2.6676026676026896E-2</c:v>
                </c:pt>
                <c:pt idx="108" formatCode="0.00%">
                  <c:v>1.1727912431587221E-2</c:v>
                </c:pt>
                <c:pt idx="109" formatCode="0.00%">
                  <c:v>8.5007727975270481E-3</c:v>
                </c:pt>
                <c:pt idx="112" formatCode="0.00%">
                  <c:v>5.7220941156372884E-3</c:v>
                </c:pt>
                <c:pt idx="113" formatCode="0.00%">
                  <c:v>3.3797554347826164E-2</c:v>
                </c:pt>
                <c:pt idx="114" formatCode="0.00%">
                  <c:v>1.5524889107934941E-2</c:v>
                </c:pt>
                <c:pt idx="115" formatCode="0.00%">
                  <c:v>3.3163471649277909E-3</c:v>
                </c:pt>
                <c:pt idx="116" formatCode="0.00%">
                  <c:v>9.1099645275716339E-3</c:v>
                </c:pt>
                <c:pt idx="121" formatCode="0.00%">
                  <c:v>1.291012252281898E-2</c:v>
                </c:pt>
                <c:pt idx="125" formatCode="0.00%">
                  <c:v>3.0949393559180955E-3</c:v>
                </c:pt>
                <c:pt idx="126" formatCode="0.00%">
                  <c:v>4.6697798532353563E-3</c:v>
                </c:pt>
                <c:pt idx="127" formatCode="0.00%">
                  <c:v>1.2616201859229736E-2</c:v>
                </c:pt>
                <c:pt idx="128" formatCode="0.00%">
                  <c:v>6.9672131147540247E-3</c:v>
                </c:pt>
                <c:pt idx="130" formatCode="0.00%">
                  <c:v>1.5232606010703975E-2</c:v>
                </c:pt>
                <c:pt idx="131" formatCode="0.00%">
                  <c:v>1.1354420113545167E-3</c:v>
                </c:pt>
                <c:pt idx="135" formatCode="0.00%">
                  <c:v>7.2169224388221155E-3</c:v>
                </c:pt>
                <c:pt idx="136" formatCode="0.00%">
                  <c:v>1.5648163399769398E-2</c:v>
                </c:pt>
                <c:pt idx="141" formatCode="0.00%">
                  <c:v>1.2708633398288442E-3</c:v>
                </c:pt>
                <c:pt idx="142" formatCode="0.00%">
                  <c:v>1.9461837874428264E-3</c:v>
                </c:pt>
                <c:pt idx="143" formatCode="0.00%">
                  <c:v>9.9653745460688489E-3</c:v>
                </c:pt>
                <c:pt idx="145" formatCode="0.00%">
                  <c:v>4.3679126417472888E-3</c:v>
                </c:pt>
                <c:pt idx="151" formatCode="0.00%">
                  <c:v>3.4614053305641597E-3</c:v>
                </c:pt>
                <c:pt idx="152" formatCode="0.00%">
                  <c:v>5.7778544325630737E-3</c:v>
                </c:pt>
                <c:pt idx="154" formatCode="0.00%">
                  <c:v>3.050906555090552E-3</c:v>
                </c:pt>
                <c:pt idx="155" formatCode="0.00%">
                  <c:v>2.5375858173285939E-2</c:v>
                </c:pt>
                <c:pt idx="156" formatCode="0.00%">
                  <c:v>2.3646071700991408E-2</c:v>
                </c:pt>
                <c:pt idx="157" formatCode="0.00%">
                  <c:v>0</c:v>
                </c:pt>
                <c:pt idx="158" formatCode="0.00%">
                  <c:v>6.2106657833720536E-3</c:v>
                </c:pt>
                <c:pt idx="162" formatCode="0.00%">
                  <c:v>3.3470002510260847E-4</c:v>
                </c:pt>
                <c:pt idx="163" formatCode="0.00%">
                  <c:v>1.3132580510246905E-2</c:v>
                </c:pt>
                <c:pt idx="164" formatCode="0.00%">
                  <c:v>1.0815719947159684E-2</c:v>
                </c:pt>
                <c:pt idx="165" formatCode="0.00%">
                  <c:v>1.8786245201338784E-3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图1!$F$1</c:f>
              <c:strCache>
                <c:ptCount val="1"/>
                <c:pt idx="0">
                  <c:v>期货次日下跌</c:v>
                </c:pt>
              </c:strCache>
            </c:strRef>
          </c:tx>
          <c:spPr>
            <a:ln>
              <a:noFill/>
            </a:ln>
            <a:effectLst>
              <a:outerShdw blurRad="50800" dist="50800" dir="5400000" algn="ctr" rotWithShape="0">
                <a:srgbClr val="00B050">
                  <a:alpha val="0"/>
                </a:srgbClr>
              </a:outerShdw>
            </a:effectLst>
          </c:spPr>
          <c:marker>
            <c:symbol val="circle"/>
            <c:size val="5"/>
            <c:spPr>
              <a:solidFill>
                <a:srgbClr val="00B050"/>
              </a:solidFill>
              <a:ln>
                <a:solidFill>
                  <a:srgbClr val="00B050"/>
                </a:solidFill>
              </a:ln>
              <a:effectLst>
                <a:outerShdw blurRad="50800" dist="50800" dir="5400000" algn="ctr" rotWithShape="0">
                  <a:srgbClr val="00B050">
                    <a:alpha val="0"/>
                  </a:srgbClr>
                </a:outerShdw>
              </a:effectLst>
            </c:spPr>
          </c:marker>
          <c:cat>
            <c:numRef>
              <c:f>图1!$A$16:$A$149</c:f>
              <c:numCache>
                <c:formatCode>yyyy/m/d</c:formatCode>
                <c:ptCount val="134"/>
                <c:pt idx="0">
                  <c:v>41354</c:v>
                </c:pt>
                <c:pt idx="1">
                  <c:v>41355</c:v>
                </c:pt>
                <c:pt idx="2">
                  <c:v>41358</c:v>
                </c:pt>
                <c:pt idx="3">
                  <c:v>41359</c:v>
                </c:pt>
                <c:pt idx="4">
                  <c:v>41360</c:v>
                </c:pt>
                <c:pt idx="5">
                  <c:v>41361</c:v>
                </c:pt>
                <c:pt idx="6">
                  <c:v>41362</c:v>
                </c:pt>
                <c:pt idx="7">
                  <c:v>41365</c:v>
                </c:pt>
                <c:pt idx="8">
                  <c:v>41366</c:v>
                </c:pt>
                <c:pt idx="9">
                  <c:v>41367</c:v>
                </c:pt>
                <c:pt idx="10">
                  <c:v>41372</c:v>
                </c:pt>
                <c:pt idx="11">
                  <c:v>41373</c:v>
                </c:pt>
                <c:pt idx="12">
                  <c:v>41374</c:v>
                </c:pt>
                <c:pt idx="13">
                  <c:v>41375</c:v>
                </c:pt>
                <c:pt idx="14">
                  <c:v>41376</c:v>
                </c:pt>
                <c:pt idx="15">
                  <c:v>41379</c:v>
                </c:pt>
                <c:pt idx="16">
                  <c:v>41380</c:v>
                </c:pt>
                <c:pt idx="17">
                  <c:v>41381</c:v>
                </c:pt>
                <c:pt idx="18">
                  <c:v>41382</c:v>
                </c:pt>
                <c:pt idx="19">
                  <c:v>41383</c:v>
                </c:pt>
                <c:pt idx="20">
                  <c:v>41386</c:v>
                </c:pt>
                <c:pt idx="21">
                  <c:v>41387</c:v>
                </c:pt>
                <c:pt idx="22">
                  <c:v>41388</c:v>
                </c:pt>
                <c:pt idx="23">
                  <c:v>41389</c:v>
                </c:pt>
                <c:pt idx="24">
                  <c:v>41390</c:v>
                </c:pt>
                <c:pt idx="25">
                  <c:v>41396</c:v>
                </c:pt>
                <c:pt idx="26">
                  <c:v>41397</c:v>
                </c:pt>
                <c:pt idx="27">
                  <c:v>41400</c:v>
                </c:pt>
                <c:pt idx="28">
                  <c:v>41401</c:v>
                </c:pt>
                <c:pt idx="29">
                  <c:v>41402</c:v>
                </c:pt>
                <c:pt idx="30">
                  <c:v>41403</c:v>
                </c:pt>
                <c:pt idx="31">
                  <c:v>41404</c:v>
                </c:pt>
                <c:pt idx="32">
                  <c:v>41407</c:v>
                </c:pt>
                <c:pt idx="33">
                  <c:v>41408</c:v>
                </c:pt>
                <c:pt idx="34">
                  <c:v>41409</c:v>
                </c:pt>
                <c:pt idx="35">
                  <c:v>41410</c:v>
                </c:pt>
                <c:pt idx="36">
                  <c:v>41411</c:v>
                </c:pt>
                <c:pt idx="37">
                  <c:v>41414</c:v>
                </c:pt>
                <c:pt idx="38">
                  <c:v>41415</c:v>
                </c:pt>
                <c:pt idx="39">
                  <c:v>41416</c:v>
                </c:pt>
                <c:pt idx="40">
                  <c:v>41417</c:v>
                </c:pt>
                <c:pt idx="41">
                  <c:v>41418</c:v>
                </c:pt>
                <c:pt idx="42">
                  <c:v>41421</c:v>
                </c:pt>
                <c:pt idx="43">
                  <c:v>41422</c:v>
                </c:pt>
                <c:pt idx="44">
                  <c:v>41423</c:v>
                </c:pt>
                <c:pt idx="45">
                  <c:v>41424</c:v>
                </c:pt>
                <c:pt idx="46">
                  <c:v>41425</c:v>
                </c:pt>
                <c:pt idx="47">
                  <c:v>41428</c:v>
                </c:pt>
                <c:pt idx="48">
                  <c:v>41429</c:v>
                </c:pt>
                <c:pt idx="49">
                  <c:v>41430</c:v>
                </c:pt>
                <c:pt idx="50">
                  <c:v>41431</c:v>
                </c:pt>
                <c:pt idx="51">
                  <c:v>41432</c:v>
                </c:pt>
                <c:pt idx="52">
                  <c:v>41438</c:v>
                </c:pt>
                <c:pt idx="53">
                  <c:v>41439</c:v>
                </c:pt>
                <c:pt idx="54">
                  <c:v>41442</c:v>
                </c:pt>
                <c:pt idx="55">
                  <c:v>41443</c:v>
                </c:pt>
                <c:pt idx="56">
                  <c:v>41444</c:v>
                </c:pt>
                <c:pt idx="57">
                  <c:v>41445</c:v>
                </c:pt>
                <c:pt idx="58">
                  <c:v>41446</c:v>
                </c:pt>
                <c:pt idx="59">
                  <c:v>41449</c:v>
                </c:pt>
                <c:pt idx="60">
                  <c:v>41450</c:v>
                </c:pt>
                <c:pt idx="61">
                  <c:v>41451</c:v>
                </c:pt>
                <c:pt idx="62">
                  <c:v>41452</c:v>
                </c:pt>
                <c:pt idx="63">
                  <c:v>41453</c:v>
                </c:pt>
                <c:pt idx="64">
                  <c:v>41456</c:v>
                </c:pt>
                <c:pt idx="65">
                  <c:v>41457</c:v>
                </c:pt>
                <c:pt idx="66">
                  <c:v>41458</c:v>
                </c:pt>
                <c:pt idx="67">
                  <c:v>41459</c:v>
                </c:pt>
                <c:pt idx="68">
                  <c:v>41460</c:v>
                </c:pt>
                <c:pt idx="69">
                  <c:v>41463</c:v>
                </c:pt>
                <c:pt idx="70">
                  <c:v>41464</c:v>
                </c:pt>
                <c:pt idx="71">
                  <c:v>41465</c:v>
                </c:pt>
                <c:pt idx="72">
                  <c:v>41466</c:v>
                </c:pt>
                <c:pt idx="73">
                  <c:v>41467</c:v>
                </c:pt>
                <c:pt idx="74">
                  <c:v>41470</c:v>
                </c:pt>
                <c:pt idx="75">
                  <c:v>41471</c:v>
                </c:pt>
                <c:pt idx="76">
                  <c:v>41472</c:v>
                </c:pt>
                <c:pt idx="77">
                  <c:v>41473</c:v>
                </c:pt>
                <c:pt idx="78">
                  <c:v>41474</c:v>
                </c:pt>
                <c:pt idx="79">
                  <c:v>41477</c:v>
                </c:pt>
                <c:pt idx="80">
                  <c:v>41478</c:v>
                </c:pt>
                <c:pt idx="81">
                  <c:v>41479</c:v>
                </c:pt>
                <c:pt idx="82">
                  <c:v>41480</c:v>
                </c:pt>
                <c:pt idx="83">
                  <c:v>41481</c:v>
                </c:pt>
                <c:pt idx="84">
                  <c:v>41484</c:v>
                </c:pt>
                <c:pt idx="85">
                  <c:v>41485</c:v>
                </c:pt>
                <c:pt idx="86">
                  <c:v>41486</c:v>
                </c:pt>
                <c:pt idx="87">
                  <c:v>41487</c:v>
                </c:pt>
                <c:pt idx="88">
                  <c:v>41488</c:v>
                </c:pt>
                <c:pt idx="89">
                  <c:v>41491</c:v>
                </c:pt>
                <c:pt idx="90">
                  <c:v>41492</c:v>
                </c:pt>
                <c:pt idx="91">
                  <c:v>41493</c:v>
                </c:pt>
                <c:pt idx="92">
                  <c:v>41494</c:v>
                </c:pt>
                <c:pt idx="93">
                  <c:v>41495</c:v>
                </c:pt>
                <c:pt idx="94">
                  <c:v>41498</c:v>
                </c:pt>
                <c:pt idx="95">
                  <c:v>41499</c:v>
                </c:pt>
                <c:pt idx="96">
                  <c:v>41500</c:v>
                </c:pt>
                <c:pt idx="97">
                  <c:v>41501</c:v>
                </c:pt>
                <c:pt idx="98">
                  <c:v>41502</c:v>
                </c:pt>
                <c:pt idx="99">
                  <c:v>41505</c:v>
                </c:pt>
                <c:pt idx="100">
                  <c:v>41506</c:v>
                </c:pt>
                <c:pt idx="101">
                  <c:v>41507</c:v>
                </c:pt>
                <c:pt idx="102">
                  <c:v>41508</c:v>
                </c:pt>
                <c:pt idx="103">
                  <c:v>41509</c:v>
                </c:pt>
                <c:pt idx="104">
                  <c:v>41512</c:v>
                </c:pt>
                <c:pt idx="105">
                  <c:v>41513</c:v>
                </c:pt>
                <c:pt idx="106">
                  <c:v>41514</c:v>
                </c:pt>
                <c:pt idx="107">
                  <c:v>41515</c:v>
                </c:pt>
                <c:pt idx="108">
                  <c:v>41516</c:v>
                </c:pt>
                <c:pt idx="109">
                  <c:v>41519</c:v>
                </c:pt>
                <c:pt idx="110">
                  <c:v>41520</c:v>
                </c:pt>
                <c:pt idx="111">
                  <c:v>41521</c:v>
                </c:pt>
                <c:pt idx="112">
                  <c:v>41522</c:v>
                </c:pt>
                <c:pt idx="113">
                  <c:v>41523</c:v>
                </c:pt>
                <c:pt idx="114">
                  <c:v>41526</c:v>
                </c:pt>
                <c:pt idx="115">
                  <c:v>41527</c:v>
                </c:pt>
                <c:pt idx="116">
                  <c:v>41528</c:v>
                </c:pt>
                <c:pt idx="117">
                  <c:v>41529</c:v>
                </c:pt>
                <c:pt idx="118">
                  <c:v>41530</c:v>
                </c:pt>
                <c:pt idx="119">
                  <c:v>41533</c:v>
                </c:pt>
                <c:pt idx="120">
                  <c:v>41534</c:v>
                </c:pt>
                <c:pt idx="121">
                  <c:v>41535</c:v>
                </c:pt>
                <c:pt idx="122">
                  <c:v>41540</c:v>
                </c:pt>
                <c:pt idx="123">
                  <c:v>41541</c:v>
                </c:pt>
                <c:pt idx="124">
                  <c:v>41542</c:v>
                </c:pt>
                <c:pt idx="125">
                  <c:v>41543</c:v>
                </c:pt>
                <c:pt idx="126">
                  <c:v>41544</c:v>
                </c:pt>
                <c:pt idx="127">
                  <c:v>41547</c:v>
                </c:pt>
                <c:pt idx="128">
                  <c:v>41555</c:v>
                </c:pt>
                <c:pt idx="129">
                  <c:v>41556</c:v>
                </c:pt>
                <c:pt idx="130">
                  <c:v>41557</c:v>
                </c:pt>
                <c:pt idx="131">
                  <c:v>41558</c:v>
                </c:pt>
                <c:pt idx="132">
                  <c:v>41561</c:v>
                </c:pt>
                <c:pt idx="133">
                  <c:v>41562</c:v>
                </c:pt>
              </c:numCache>
            </c:numRef>
          </c:cat>
          <c:val>
            <c:numRef>
              <c:f>图1!$F$16:$F$182</c:f>
              <c:numCache>
                <c:formatCode>0.00%</c:formatCode>
                <c:ptCount val="167"/>
                <c:pt idx="1">
                  <c:v>-1.218676212963788E-3</c:v>
                </c:pt>
                <c:pt idx="2">
                  <c:v>-1.9141310150232585E-2</c:v>
                </c:pt>
                <c:pt idx="4">
                  <c:v>-2.5955859496425118E-2</c:v>
                </c:pt>
                <c:pt idx="5">
                  <c:v>-9.175043880644624E-3</c:v>
                </c:pt>
                <c:pt idx="6">
                  <c:v>-2.4156534342556455E-4</c:v>
                </c:pt>
                <c:pt idx="8">
                  <c:v>-1.0854816824966139E-2</c:v>
                </c:pt>
                <c:pt idx="9">
                  <c:v>-5.9711127249252403E-3</c:v>
                </c:pt>
                <c:pt idx="12">
                  <c:v>-3.4663442160418612E-3</c:v>
                </c:pt>
                <c:pt idx="13">
                  <c:v>-4.2873321469018072E-3</c:v>
                </c:pt>
                <c:pt idx="14">
                  <c:v>-8.3678609147779422E-3</c:v>
                </c:pt>
                <c:pt idx="20">
                  <c:v>-3.2940990599573505E-2</c:v>
                </c:pt>
                <c:pt idx="22">
                  <c:v>-1.2757762978416014E-2</c:v>
                </c:pt>
                <c:pt idx="23">
                  <c:v>-8.5338101430428859E-3</c:v>
                </c:pt>
                <c:pt idx="24">
                  <c:v>-1.6394786457907284E-4</c:v>
                </c:pt>
                <c:pt idx="29">
                  <c:v>-8.6518798175240341E-3</c:v>
                </c:pt>
                <c:pt idx="31">
                  <c:v>-1.0545368694420479E-2</c:v>
                </c:pt>
                <c:pt idx="32">
                  <c:v>-1.193032689095686E-2</c:v>
                </c:pt>
                <c:pt idx="39">
                  <c:v>-1.1990776325903077E-2</c:v>
                </c:pt>
                <c:pt idx="41">
                  <c:v>-5.5641421947449981E-3</c:v>
                </c:pt>
                <c:pt idx="43">
                  <c:v>-2.2785963846270229E-3</c:v>
                </c:pt>
                <c:pt idx="44">
                  <c:v>-8.3739342265521093E-4</c:v>
                </c:pt>
                <c:pt idx="45">
                  <c:v>-9.5238095238095073E-3</c:v>
                </c:pt>
                <c:pt idx="46">
                  <c:v>-1.1538461538461733E-3</c:v>
                </c:pt>
                <c:pt idx="47">
                  <c:v>-1.3246053138236461E-2</c:v>
                </c:pt>
                <c:pt idx="48">
                  <c:v>-3.4340123312259782E-3</c:v>
                </c:pt>
                <c:pt idx="49">
                  <c:v>-7.439893492051119E-3</c:v>
                </c:pt>
                <c:pt idx="50">
                  <c:v>-2.3039293040871191E-2</c:v>
                </c:pt>
                <c:pt idx="51">
                  <c:v>-3.7473752220966015E-2</c:v>
                </c:pt>
                <c:pt idx="55">
                  <c:v>-4.2408115749209552E-3</c:v>
                </c:pt>
                <c:pt idx="56">
                  <c:v>-2.7223382045928921E-2</c:v>
                </c:pt>
                <c:pt idx="57">
                  <c:v>-6.0949437719977073E-3</c:v>
                </c:pt>
                <c:pt idx="58">
                  <c:v>-7.8856451891518478E-2</c:v>
                </c:pt>
                <c:pt idx="59">
                  <c:v>-9.4702297233941711E-3</c:v>
                </c:pt>
                <c:pt idx="61">
                  <c:v>-1.6019600452318321E-3</c:v>
                </c:pt>
                <c:pt idx="63">
                  <c:v>-2.397860370746077E-3</c:v>
                </c:pt>
                <c:pt idx="64">
                  <c:v>-9.2447074050105982E-4</c:v>
                </c:pt>
                <c:pt idx="65">
                  <c:v>-7.1250115665772891E-3</c:v>
                </c:pt>
                <c:pt idx="68">
                  <c:v>-2.061096797938889E-2</c:v>
                </c:pt>
                <c:pt idx="69">
                  <c:v>-7.5159714393102726E-4</c:v>
                </c:pt>
                <c:pt idx="72">
                  <c:v>-1.8957345971563955E-2</c:v>
                </c:pt>
                <c:pt idx="75">
                  <c:v>-9.8047722342732482E-3</c:v>
                </c:pt>
                <c:pt idx="76">
                  <c:v>-1.708727655099895E-2</c:v>
                </c:pt>
                <c:pt idx="77">
                  <c:v>-1.1767852366943129E-2</c:v>
                </c:pt>
                <c:pt idx="78">
                  <c:v>-2.2101939557961282E-2</c:v>
                </c:pt>
                <c:pt idx="80">
                  <c:v>-4.7258136424430715E-3</c:v>
                </c:pt>
                <c:pt idx="81">
                  <c:v>-1.0123633757391112E-2</c:v>
                </c:pt>
                <c:pt idx="82">
                  <c:v>-8.0550276043082295E-3</c:v>
                </c:pt>
                <c:pt idx="83">
                  <c:v>-1.2956204379562141E-2</c:v>
                </c:pt>
                <c:pt idx="85">
                  <c:v>-1.475878608984349E-3</c:v>
                </c:pt>
                <c:pt idx="87">
                  <c:v>-1.8714909544602664E-3</c:v>
                </c:pt>
                <c:pt idx="90">
                  <c:v>-8.9520800421274641E-3</c:v>
                </c:pt>
                <c:pt idx="95">
                  <c:v>-2.3783232820860974E-3</c:v>
                </c:pt>
                <c:pt idx="96">
                  <c:v>-1.0557684120902628E-2</c:v>
                </c:pt>
                <c:pt idx="98">
                  <c:v>-2.5751072961366416E-4</c:v>
                </c:pt>
                <c:pt idx="99">
                  <c:v>-8.9293380269598321E-3</c:v>
                </c:pt>
                <c:pt idx="101">
                  <c:v>-2.1607605877268566E-3</c:v>
                </c:pt>
                <c:pt idx="102">
                  <c:v>-1.290601992204421E-2</c:v>
                </c:pt>
                <c:pt idx="104">
                  <c:v>-6.8376068376063703E-4</c:v>
                </c:pt>
                <c:pt idx="105">
                  <c:v>-6.6712281902154939E-3</c:v>
                </c:pt>
                <c:pt idx="106">
                  <c:v>-3.4441191665232082E-3</c:v>
                </c:pt>
                <c:pt idx="107">
                  <c:v>-5.4432348367030592E-3</c:v>
                </c:pt>
                <c:pt idx="110">
                  <c:v>-2.7245636441038975E-3</c:v>
                </c:pt>
                <c:pt idx="111">
                  <c:v>-3.4150089643969489E-4</c:v>
                </c:pt>
                <c:pt idx="117">
                  <c:v>-2.4766317807782831E-3</c:v>
                </c:pt>
                <c:pt idx="118">
                  <c:v>-7.1279833413422367E-3</c:v>
                </c:pt>
                <c:pt idx="119">
                  <c:v>-1.57296120029039E-2</c:v>
                </c:pt>
                <c:pt idx="120">
                  <c:v>-3.3601049008360503E-3</c:v>
                </c:pt>
                <c:pt idx="122">
                  <c:v>-6.1698327650592296E-3</c:v>
                </c:pt>
                <c:pt idx="123">
                  <c:v>-5.5546479333441548E-3</c:v>
                </c:pt>
                <c:pt idx="124">
                  <c:v>-1.7989157220305703E-2</c:v>
                </c:pt>
                <c:pt idx="129">
                  <c:v>-1.1396011396011443E-2</c:v>
                </c:pt>
                <c:pt idx="132">
                  <c:v>-2.9974076474400583E-3</c:v>
                </c:pt>
                <c:pt idx="133">
                  <c:v>-1.4219549849678995E-2</c:v>
                </c:pt>
                <c:pt idx="134">
                  <c:v>-6.3468513023409194E-3</c:v>
                </c:pt>
                <c:pt idx="137">
                  <c:v>-8.2711644502109216E-3</c:v>
                </c:pt>
                <c:pt idx="138">
                  <c:v>-1.1120196238757069E-2</c:v>
                </c:pt>
                <c:pt idx="139">
                  <c:v>-5.5399371589218765E-3</c:v>
                </c:pt>
                <c:pt idx="140">
                  <c:v>-1.8624760954519041E-2</c:v>
                </c:pt>
                <c:pt idx="144">
                  <c:v>-4.5154277113471719E-3</c:v>
                </c:pt>
                <c:pt idx="146">
                  <c:v>-3.0944216776783761E-3</c:v>
                </c:pt>
                <c:pt idx="147">
                  <c:v>-1.0906040268455785E-3</c:v>
                </c:pt>
                <c:pt idx="148">
                  <c:v>-1.2849584278155654E-2</c:v>
                </c:pt>
                <c:pt idx="149">
                  <c:v>-5.9554194316835504E-4</c:v>
                </c:pt>
                <c:pt idx="150">
                  <c:v>-1.6259470503107283E-2</c:v>
                </c:pt>
                <c:pt idx="153">
                  <c:v>-1.6376575495155619E-2</c:v>
                </c:pt>
                <c:pt idx="157">
                  <c:v>-1.6559032952478961E-4</c:v>
                </c:pt>
                <c:pt idx="159">
                  <c:v>-6.4192247551641138E-3</c:v>
                </c:pt>
                <c:pt idx="160">
                  <c:v>-3.0646898036942316E-3</c:v>
                </c:pt>
                <c:pt idx="161">
                  <c:v>-7.0621468926553854E-3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1354616"/>
        <c:axId val="191354224"/>
      </c:lineChart>
      <c:dateAx>
        <c:axId val="191353440"/>
        <c:scaling>
          <c:orientation val="minMax"/>
        </c:scaling>
        <c:delete val="0"/>
        <c:axPos val="b"/>
        <c:numFmt formatCode="yyyy/m/d" sourceLinked="1"/>
        <c:majorTickMark val="out"/>
        <c:minorTickMark val="none"/>
        <c:tickLblPos val="nextTo"/>
        <c:txPr>
          <a:bodyPr/>
          <a:lstStyle/>
          <a:p>
            <a:pPr>
              <a:defRPr sz="800" baseline="0"/>
            </a:pPr>
            <a:endParaRPr lang="zh-CN"/>
          </a:p>
        </c:txPr>
        <c:crossAx val="191353832"/>
        <c:crosses val="autoZero"/>
        <c:auto val="1"/>
        <c:lblOffset val="100"/>
        <c:baseTimeUnit val="days"/>
      </c:dateAx>
      <c:valAx>
        <c:axId val="19135383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91353440"/>
        <c:crosses val="autoZero"/>
        <c:crossBetween val="between"/>
      </c:valAx>
      <c:valAx>
        <c:axId val="191354224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crossAx val="191354616"/>
        <c:crosses val="max"/>
        <c:crossBetween val="between"/>
      </c:valAx>
      <c:dateAx>
        <c:axId val="191354616"/>
        <c:scaling>
          <c:orientation val="minMax"/>
        </c:scaling>
        <c:delete val="1"/>
        <c:axPos val="b"/>
        <c:numFmt formatCode="yyyy/m/d" sourceLinked="1"/>
        <c:majorTickMark val="out"/>
        <c:minorTickMark val="none"/>
        <c:tickLblPos val="none"/>
        <c:crossAx val="191354224"/>
        <c:crosses val="autoZero"/>
        <c:auto val="1"/>
        <c:lblOffset val="100"/>
        <c:baseTimeUnit val="days"/>
      </c:dateAx>
    </c:plotArea>
    <c:legend>
      <c:legendPos val="b"/>
      <c:layout>
        <c:manualLayout>
          <c:xMode val="edge"/>
          <c:yMode val="edge"/>
          <c:x val="0.22613816244843754"/>
          <c:y val="0.92703028084634165"/>
          <c:w val="0.54772367510312581"/>
          <c:h val="7.2969719153657631E-2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3A2D-D17F-4AA2-AC58-CE2B20DFD371}" type="datetimeFigureOut">
              <a:rPr lang="zh-CN" altLang="en-US" smtClean="0"/>
              <a:t>2014-08-27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C11-540B-4645-8F47-66327D9BDB6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128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3A2D-D17F-4AA2-AC58-CE2B20DFD371}" type="datetimeFigureOut">
              <a:rPr lang="zh-CN" altLang="en-US" smtClean="0"/>
              <a:t>2014-08-27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C11-540B-4645-8F47-66327D9BD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07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3A2D-D17F-4AA2-AC58-CE2B20DFD371}" type="datetimeFigureOut">
              <a:rPr lang="zh-CN" altLang="en-US" smtClean="0"/>
              <a:t>2014-08-27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C11-540B-4645-8F47-66327D9BDB6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35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3A2D-D17F-4AA2-AC58-CE2B20DFD371}" type="datetimeFigureOut">
              <a:rPr lang="zh-CN" altLang="en-US" smtClean="0"/>
              <a:t>2014-08-27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C11-540B-4645-8F47-66327D9BD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13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3A2D-D17F-4AA2-AC58-CE2B20DFD371}" type="datetimeFigureOut">
              <a:rPr lang="zh-CN" altLang="en-US" smtClean="0"/>
              <a:t>2014-08-27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C11-540B-4645-8F47-66327D9BD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52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3A2D-D17F-4AA2-AC58-CE2B20DFD371}" type="datetimeFigureOut">
              <a:rPr lang="zh-CN" altLang="en-US" smtClean="0"/>
              <a:t>2014-08-27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C11-540B-4645-8F47-66327D9BD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968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3A2D-D17F-4AA2-AC58-CE2B20DFD371}" type="datetimeFigureOut">
              <a:rPr lang="zh-CN" altLang="en-US" smtClean="0"/>
              <a:t>2014-08-27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C11-540B-4645-8F47-66327D9BD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28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CB3A2D-D17F-4AA2-AC58-CE2B20DFD371}" type="datetimeFigureOut">
              <a:rPr lang="zh-CN" altLang="en-US" smtClean="0"/>
              <a:t>2014-08-27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85AC11-540B-4645-8F47-66327D9BD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00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3A2D-D17F-4AA2-AC58-CE2B20DFD371}" type="datetimeFigureOut">
              <a:rPr lang="zh-CN" altLang="en-US" smtClean="0"/>
              <a:t>2014-08-27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C11-540B-4645-8F47-66327D9BD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60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3A2D-D17F-4AA2-AC58-CE2B20DFD371}" type="datetimeFigureOut">
              <a:rPr lang="zh-CN" altLang="en-US" smtClean="0"/>
              <a:t>2014-08-27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C11-540B-4645-8F47-66327D9BD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853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3A2D-D17F-4AA2-AC58-CE2B20DFD371}" type="datetimeFigureOut">
              <a:rPr lang="zh-CN" altLang="en-US" smtClean="0"/>
              <a:t>2014-08-27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C11-540B-4645-8F47-66327D9BD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567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1" y="1905000"/>
            <a:ext cx="5592233" cy="20208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1" y="4078289"/>
            <a:ext cx="5592233" cy="20208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9A437-74E0-450A-BA92-8D5CBC0869E1}" type="datetime1">
              <a:rPr lang="zh-CN" altLang="en-US"/>
              <a:pPr>
                <a:defRPr/>
              </a:pPr>
              <a:t>2014-08-27</a:t>
            </a:fld>
            <a:endParaRPr lang="en-US" altLang="zh-CN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A46030-AD02-4954-9FC7-D7715499290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82502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4CB3A2D-D17F-4AA2-AC58-CE2B20DFD371}" type="datetimeFigureOut">
              <a:rPr lang="zh-CN" altLang="en-US" smtClean="0"/>
              <a:t>2014-08-27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685AC11-540B-4645-8F47-66327D9BDB6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87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量化对冲投资体系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嘉合基金 徐宁</a:t>
            </a:r>
            <a:endParaRPr lang="en-US" altLang="zh-CN" dirty="0" smtClean="0"/>
          </a:p>
          <a:p>
            <a:pPr algn="ctr"/>
            <a:r>
              <a:rPr lang="en-US" altLang="zh-CN" dirty="0" smtClean="0"/>
              <a:t>2014.8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113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理论基础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传统金融学理论</a:t>
            </a:r>
            <a:endParaRPr lang="en-US" altLang="zh-CN" sz="2800" dirty="0" smtClean="0"/>
          </a:p>
          <a:p>
            <a:r>
              <a:rPr lang="en-US" altLang="zh-CN" dirty="0" smtClean="0"/>
              <a:t>— </a:t>
            </a:r>
            <a:r>
              <a:rPr lang="zh-CN" altLang="en-US" dirty="0" smtClean="0"/>
              <a:t>有效市场假说 </a:t>
            </a:r>
            <a:r>
              <a:rPr lang="en-US" altLang="zh-CN" dirty="0" smtClean="0"/>
              <a:t>EMH </a:t>
            </a:r>
          </a:p>
          <a:p>
            <a:r>
              <a:rPr lang="en-US" altLang="zh-CN" dirty="0" smtClean="0"/>
              <a:t>— </a:t>
            </a:r>
            <a:r>
              <a:rPr lang="zh-CN" altLang="en-US" dirty="0" smtClean="0"/>
              <a:t>资本资产定价模型 </a:t>
            </a:r>
            <a:r>
              <a:rPr lang="en-US" altLang="zh-CN" dirty="0" smtClean="0"/>
              <a:t>CAPM</a:t>
            </a:r>
          </a:p>
          <a:p>
            <a:r>
              <a:rPr lang="en-US" altLang="zh-CN" dirty="0" smtClean="0"/>
              <a:t>— </a:t>
            </a:r>
            <a:r>
              <a:rPr lang="zh-CN" altLang="en-US" dirty="0" smtClean="0"/>
              <a:t>套利定价理论 </a:t>
            </a:r>
            <a:r>
              <a:rPr lang="en-US" altLang="zh-CN" dirty="0" smtClean="0"/>
              <a:t>APT</a:t>
            </a:r>
          </a:p>
          <a:p>
            <a:endParaRPr lang="en-US" altLang="zh-CN" dirty="0" smtClean="0"/>
          </a:p>
          <a:p>
            <a:r>
              <a:rPr lang="zh-CN" altLang="en-US" sz="2800" dirty="0" smtClean="0"/>
              <a:t>非传统金融学理论</a:t>
            </a:r>
            <a:endParaRPr lang="en-US" altLang="zh-CN" sz="2800" dirty="0" smtClean="0"/>
          </a:p>
          <a:p>
            <a:r>
              <a:rPr lang="en-US" altLang="zh-CN" dirty="0" smtClean="0"/>
              <a:t>— </a:t>
            </a:r>
            <a:r>
              <a:rPr lang="zh-CN" altLang="en-US" dirty="0" smtClean="0"/>
              <a:t>行为金融学理论（非理性）</a:t>
            </a:r>
            <a:endParaRPr lang="en-US" altLang="zh-CN" dirty="0" smtClean="0"/>
          </a:p>
          <a:p>
            <a:r>
              <a:rPr lang="en-US" altLang="zh-CN" dirty="0" smtClean="0"/>
              <a:t>— </a:t>
            </a:r>
            <a:r>
              <a:rPr lang="zh-CN" altLang="en-US" dirty="0" smtClean="0"/>
              <a:t>“理性”学习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94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EMH</a:t>
            </a:r>
            <a:r>
              <a:rPr lang="zh-CN" altLang="en-US" dirty="0" smtClean="0"/>
              <a:t>的递进假设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smtClean="0"/>
              <a:t>— </a:t>
            </a:r>
            <a:r>
              <a:rPr lang="zh-CN" altLang="zh-CN" dirty="0" smtClean="0"/>
              <a:t>投资者</a:t>
            </a:r>
            <a:r>
              <a:rPr lang="zh-CN" altLang="zh-CN" dirty="0"/>
              <a:t>是理性的</a:t>
            </a:r>
            <a:r>
              <a:rPr lang="zh-CN" altLang="zh-CN" dirty="0" smtClean="0"/>
              <a:t>，会</a:t>
            </a:r>
            <a:r>
              <a:rPr lang="zh-CN" altLang="zh-CN" dirty="0"/>
              <a:t>对资产价格进行理性的</a:t>
            </a:r>
            <a:r>
              <a:rPr lang="zh-CN" altLang="zh-CN" dirty="0" smtClean="0"/>
              <a:t>评估</a:t>
            </a:r>
            <a:r>
              <a:rPr lang="zh-CN" altLang="en-US" dirty="0" smtClean="0"/>
              <a:t>（更高收益，就要承担更高风险）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r>
              <a:rPr lang="en-US" altLang="zh-CN" dirty="0" smtClean="0"/>
              <a:t>— </a:t>
            </a:r>
            <a:r>
              <a:rPr lang="zh-CN" altLang="zh-CN" dirty="0" smtClean="0"/>
              <a:t>即使</a:t>
            </a:r>
            <a:r>
              <a:rPr lang="zh-CN" altLang="zh-CN" dirty="0"/>
              <a:t>某些投资者不是理性的</a:t>
            </a:r>
            <a:r>
              <a:rPr lang="zh-CN" altLang="zh-CN" dirty="0" smtClean="0"/>
              <a:t>，他们</a:t>
            </a:r>
            <a:r>
              <a:rPr lang="zh-CN" altLang="zh-CN" dirty="0"/>
              <a:t>的交易是随机且相互独立的</a:t>
            </a:r>
            <a:r>
              <a:rPr lang="zh-CN" altLang="zh-CN" dirty="0" smtClean="0"/>
              <a:t>，影响</a:t>
            </a:r>
            <a:r>
              <a:rPr lang="zh-CN" altLang="zh-CN" dirty="0"/>
              <a:t>会相互抵消，资产价格也不受影响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r>
              <a:rPr lang="en-US" altLang="zh-CN" dirty="0" smtClean="0"/>
              <a:t>— </a:t>
            </a:r>
            <a:r>
              <a:rPr lang="zh-CN" altLang="zh-CN" dirty="0" smtClean="0"/>
              <a:t>即便</a:t>
            </a:r>
            <a:r>
              <a:rPr lang="zh-CN" altLang="zh-CN" dirty="0"/>
              <a:t>非理性投资者的交易并没有相互抵消，市场上的套利者也会采取相反的交易，使得资产价格回到理性的范围内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* </a:t>
            </a:r>
            <a:r>
              <a:rPr lang="zh-CN" altLang="zh-CN" dirty="0" smtClean="0"/>
              <a:t>在有效</a:t>
            </a:r>
            <a:r>
              <a:rPr lang="zh-CN" altLang="zh-CN" dirty="0"/>
              <a:t>市场</a:t>
            </a:r>
            <a:r>
              <a:rPr lang="zh-CN" altLang="zh-CN" dirty="0" smtClean="0"/>
              <a:t>里</a:t>
            </a:r>
            <a:r>
              <a:rPr lang="zh-CN" altLang="en-US" dirty="0" smtClean="0"/>
              <a:t>（</a:t>
            </a:r>
            <a:r>
              <a:rPr lang="en-US" altLang="zh-CN" dirty="0" err="1" smtClean="0"/>
              <a:t>Fama</a:t>
            </a:r>
            <a:r>
              <a:rPr lang="zh-CN" altLang="en-US" dirty="0" smtClean="0"/>
              <a:t>）</a:t>
            </a:r>
            <a:r>
              <a:rPr lang="zh-CN" altLang="zh-CN" dirty="0" smtClean="0"/>
              <a:t>，</a:t>
            </a:r>
            <a:r>
              <a:rPr lang="zh-CN" altLang="zh-CN" dirty="0"/>
              <a:t>资产价格呈现出一种“随机漫步”的特性，投资者无法获取超越市场水平的超额收益，即异常</a:t>
            </a:r>
            <a:r>
              <a:rPr lang="zh-CN" altLang="zh-CN" dirty="0" smtClean="0"/>
              <a:t>收益</a:t>
            </a:r>
            <a:r>
              <a:rPr lang="en-US" altLang="zh-CN" dirty="0" smtClean="0"/>
              <a:t> —— </a:t>
            </a:r>
            <a:r>
              <a:rPr lang="zh-CN" altLang="en-US" dirty="0" smtClean="0"/>
              <a:t>这里的异常收益，按实务界的说法，就是所谓的</a:t>
            </a:r>
            <a:r>
              <a:rPr lang="en-US" altLang="zh-CN" dirty="0" smtClean="0"/>
              <a:t>Alpha</a:t>
            </a:r>
          </a:p>
          <a:p>
            <a:r>
              <a:rPr lang="en-US" altLang="zh-CN" dirty="0" smtClean="0"/>
              <a:t>** </a:t>
            </a:r>
            <a:r>
              <a:rPr lang="zh-CN" altLang="en-US" dirty="0" smtClean="0"/>
              <a:t>无法在</a:t>
            </a:r>
            <a:r>
              <a:rPr lang="en-US" altLang="zh-CN" dirty="0" smtClean="0"/>
              <a:t>EMH</a:t>
            </a:r>
            <a:r>
              <a:rPr lang="zh-CN" altLang="en-US" dirty="0" smtClean="0"/>
              <a:t>框架内解释的异常收益，被称为金融异象，也是</a:t>
            </a:r>
            <a:r>
              <a:rPr lang="en-US" altLang="zh-CN" dirty="0" smtClean="0"/>
              <a:t>Alpha</a:t>
            </a:r>
            <a:r>
              <a:rPr lang="zh-CN" altLang="en-US" dirty="0" smtClean="0"/>
              <a:t>策略的来源</a:t>
            </a:r>
            <a:endParaRPr lang="en-US" altLang="zh-CN" dirty="0" smtClean="0"/>
          </a:p>
          <a:p>
            <a:r>
              <a:rPr lang="zh-CN" altLang="en-US" dirty="0" smtClean="0"/>
              <a:t>*** 风险补偿</a:t>
            </a:r>
            <a:r>
              <a:rPr lang="zh-CN" altLang="en-US" dirty="0"/>
              <a:t>（</a:t>
            </a:r>
            <a:r>
              <a:rPr lang="en-US" altLang="zh-CN" dirty="0"/>
              <a:t>risk redemption</a:t>
            </a:r>
            <a:r>
              <a:rPr lang="zh-CN" altLang="en-US" dirty="0"/>
              <a:t>）</a:t>
            </a:r>
            <a:r>
              <a:rPr lang="zh-CN" altLang="en-US" dirty="0" smtClean="0"/>
              <a:t>理论：风险会使得当前价格低估，从而提升未来收益率</a:t>
            </a:r>
            <a:endParaRPr lang="en-US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862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CAPM  V.S.  APT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 smtClean="0"/>
                  <a:t>— </a:t>
                </a:r>
                <a:r>
                  <a:rPr lang="zh-CN" altLang="en-US" dirty="0" smtClean="0"/>
                  <a:t>相同点：理性投资者 </a:t>
                </a:r>
                <a:r>
                  <a:rPr lang="en-US" altLang="zh-CN" dirty="0" smtClean="0"/>
                  <a:t>&amp; </a:t>
                </a:r>
                <a:r>
                  <a:rPr lang="zh-CN" altLang="en-US" dirty="0" smtClean="0"/>
                  <a:t>同质期望</a:t>
                </a:r>
                <a:endParaRPr lang="en-US" altLang="zh-CN" dirty="0" smtClean="0"/>
              </a:p>
              <a:p>
                <a:r>
                  <a:rPr lang="en-US" altLang="zh-CN" dirty="0" smtClean="0"/>
                  <a:t>— </a:t>
                </a:r>
                <a:r>
                  <a:rPr lang="zh-CN" altLang="en-US" dirty="0" smtClean="0"/>
                  <a:t>不同点：</a:t>
                </a:r>
                <a:endParaRPr lang="en-US" altLang="zh-CN" dirty="0" smtClean="0"/>
              </a:p>
              <a:p>
                <a:r>
                  <a:rPr lang="zh-CN" altLang="en-US" dirty="0" smtClean="0"/>
                  <a:t>（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）</a:t>
                </a:r>
                <a:r>
                  <a:rPr lang="en-US" altLang="zh-CN" dirty="0" smtClean="0"/>
                  <a:t>CAPM</a:t>
                </a:r>
                <a:r>
                  <a:rPr lang="zh-CN" altLang="en-US" dirty="0" smtClean="0"/>
                  <a:t>中，只保留了一个风险因子（风险的定义*）</a:t>
                </a:r>
                <a:endParaRPr lang="en-US" altLang="zh-CN" dirty="0" smtClean="0"/>
              </a:p>
              <a:p>
                <a:r>
                  <a:rPr lang="zh-CN" altLang="en-US" dirty="0" smtClean="0"/>
                  <a:t>（</a:t>
                </a:r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）</a:t>
                </a:r>
                <a:r>
                  <a:rPr lang="en-US" altLang="zh-CN" dirty="0" smtClean="0"/>
                  <a:t>CAPM</a:t>
                </a:r>
                <a:r>
                  <a:rPr lang="zh-CN" altLang="en-US" dirty="0" smtClean="0"/>
                  <a:t>中，高于市场风险可解释的部分均为</a:t>
                </a:r>
                <a:r>
                  <a:rPr lang="en-US" altLang="zh-CN" dirty="0" smtClean="0"/>
                  <a:t>Alpha</a:t>
                </a:r>
                <a:endParaRPr lang="en-US" altLang="zh-CN" dirty="0"/>
              </a:p>
              <a:p>
                <a:r>
                  <a:rPr lang="zh-CN" altLang="en-US" dirty="0" smtClean="0"/>
                  <a:t>（</a:t>
                </a:r>
                <a:r>
                  <a:rPr lang="en-US" altLang="zh-CN" dirty="0" smtClean="0"/>
                  <a:t>3</a:t>
                </a:r>
                <a:r>
                  <a:rPr lang="zh-CN" altLang="en-US" dirty="0" smtClean="0"/>
                  <a:t>）</a:t>
                </a:r>
                <a:r>
                  <a:rPr lang="en-US" altLang="zh-CN" dirty="0" smtClean="0"/>
                  <a:t>APT</a:t>
                </a:r>
                <a:r>
                  <a:rPr lang="zh-CN" altLang="en-US" dirty="0" smtClean="0"/>
                  <a:t>对于收益</a:t>
                </a:r>
                <a:r>
                  <a:rPr lang="en-US" altLang="zh-CN" dirty="0" smtClean="0"/>
                  <a:t>/</a:t>
                </a:r>
                <a:r>
                  <a:rPr lang="zh-CN" altLang="en-US" dirty="0" smtClean="0"/>
                  <a:t>风险的解释更细致，每一类风险对应一块收益，更好地解释异象</a:t>
                </a:r>
                <a:endParaRPr lang="en-US" altLang="zh-CN" dirty="0" smtClean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dirty="0" smtClean="0"/>
                  <a:t>                                                                                     CAPM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+…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 smtClean="0"/>
                  <a:t>              APT  </a:t>
                </a:r>
                <a:endParaRPr lang="zh-CN" altLang="zh-CN" dirty="0"/>
              </a:p>
              <a:p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06" t="-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690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APT</a:t>
            </a:r>
            <a:r>
              <a:rPr lang="zh-CN" altLang="en-US" dirty="0" smtClean="0"/>
              <a:t>模型的应用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 err="1" smtClean="0"/>
                  <a:t>e.g</a:t>
                </a:r>
                <a:r>
                  <a:rPr lang="zh-CN" altLang="en-US" dirty="0"/>
                  <a:t>：</a:t>
                </a:r>
                <a:r>
                  <a:rPr lang="en-US" altLang="zh-CN" dirty="0" err="1" smtClean="0"/>
                  <a:t>Fama</a:t>
                </a:r>
                <a:r>
                  <a:rPr lang="en-US" altLang="zh-CN" dirty="0" smtClean="0"/>
                  <a:t>-French</a:t>
                </a:r>
                <a:r>
                  <a:rPr lang="zh-CN" altLang="en-US" dirty="0" smtClean="0"/>
                  <a:t>（</a:t>
                </a:r>
                <a:r>
                  <a:rPr lang="en-US" altLang="zh-CN" dirty="0" smtClean="0"/>
                  <a:t>1996</a:t>
                </a:r>
                <a:r>
                  <a:rPr lang="zh-CN" altLang="en-US" dirty="0" smtClean="0"/>
                  <a:t>）</a:t>
                </a:r>
                <a:r>
                  <a:rPr lang="en-US" altLang="zh-CN" dirty="0" smtClean="0"/>
                  <a:t>3</a:t>
                </a:r>
                <a:r>
                  <a:rPr lang="zh-CN" altLang="en-US" dirty="0" smtClean="0"/>
                  <a:t>因子模型，包含市场风险因子，规模风险因子和价值风险因子</a:t>
                </a:r>
                <a:endParaRPr lang="en-US" altLang="zh-CN" dirty="0" smtClean="0"/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SMB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HML</m:t>
                    </m:r>
                  </m:oMath>
                </a14:m>
                <a:endParaRPr lang="zh-CN" altLang="zh-CN" dirty="0"/>
              </a:p>
              <a:p>
                <a:r>
                  <a:rPr lang="en-US" altLang="zh-CN" dirty="0" smtClean="0"/>
                  <a:t>SMB</a:t>
                </a:r>
                <a:r>
                  <a:rPr lang="zh-CN" altLang="en-US" dirty="0" smtClean="0"/>
                  <a:t>：规模风险因子，对应因规模效应带来的收益</a:t>
                </a:r>
                <a:r>
                  <a:rPr lang="en-US" altLang="zh-CN" dirty="0" smtClean="0"/>
                  <a:t>——</a:t>
                </a:r>
                <a:r>
                  <a:rPr lang="zh-CN" altLang="en-US" dirty="0" smtClean="0"/>
                  <a:t>解释小盘股异象（</a:t>
                </a:r>
                <a:r>
                  <a:rPr lang="en-US" altLang="zh-CN" dirty="0" err="1" smtClean="0"/>
                  <a:t>Banz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1981</a:t>
                </a:r>
                <a:r>
                  <a:rPr lang="zh-CN" altLang="en-US" dirty="0" smtClean="0"/>
                  <a:t>）</a:t>
                </a:r>
                <a:endParaRPr lang="en-US" altLang="zh-CN" dirty="0" smtClean="0"/>
              </a:p>
              <a:p>
                <a:r>
                  <a:rPr lang="en-US" altLang="zh-CN" dirty="0" smtClean="0"/>
                  <a:t>HML</a:t>
                </a:r>
                <a:r>
                  <a:rPr lang="zh-CN" altLang="en-US" dirty="0" smtClean="0"/>
                  <a:t>：价值风险因子，对应因价值低估带来的收益</a:t>
                </a:r>
                <a:r>
                  <a:rPr lang="en-US" altLang="zh-CN" dirty="0" smtClean="0"/>
                  <a:t>——</a:t>
                </a:r>
                <a:r>
                  <a:rPr lang="zh-CN" altLang="en-US" dirty="0" smtClean="0"/>
                  <a:t>解释价值股异象</a:t>
                </a:r>
                <a:endParaRPr lang="en-US" altLang="zh-CN" dirty="0" smtClean="0"/>
              </a:p>
              <a:p>
                <a:pPr algn="r"/>
                <a:r>
                  <a:rPr lang="zh-CN" altLang="zh-CN" dirty="0" smtClean="0"/>
                  <a:t>（</a:t>
                </a:r>
                <a:r>
                  <a:rPr lang="en-US" altLang="zh-CN" dirty="0" err="1"/>
                  <a:t>Fama</a:t>
                </a:r>
                <a:r>
                  <a:rPr lang="en-US" altLang="zh-CN" dirty="0"/>
                  <a:t> &amp; French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1992</a:t>
                </a:r>
                <a:r>
                  <a:rPr lang="zh-CN" altLang="en-US" dirty="0"/>
                  <a:t>；</a:t>
                </a:r>
                <a:r>
                  <a:rPr lang="en-US" altLang="zh-CN" dirty="0" err="1"/>
                  <a:t>Lakonishok</a:t>
                </a:r>
                <a:r>
                  <a:rPr lang="en-US" altLang="zh-CN" dirty="0"/>
                  <a:t>, </a:t>
                </a:r>
                <a:r>
                  <a:rPr lang="en-US" altLang="zh-CN" dirty="0" err="1"/>
                  <a:t>Shleifer</a:t>
                </a:r>
                <a:r>
                  <a:rPr lang="en-US" altLang="zh-CN" dirty="0"/>
                  <a:t>, &amp; </a:t>
                </a:r>
                <a:r>
                  <a:rPr lang="en-US" altLang="zh-CN" dirty="0" err="1"/>
                  <a:t>Vishny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1994</a:t>
                </a:r>
                <a:r>
                  <a:rPr lang="zh-CN" altLang="zh-CN" dirty="0" smtClean="0"/>
                  <a:t>）</a:t>
                </a:r>
                <a:endParaRPr lang="en-US" altLang="zh-CN" dirty="0" smtClean="0"/>
              </a:p>
              <a:p>
                <a:endParaRPr lang="en-US" altLang="zh-CN" dirty="0" smtClean="0"/>
              </a:p>
              <a:p>
                <a:r>
                  <a:rPr lang="zh-CN" altLang="en-US" dirty="0" smtClean="0"/>
                  <a:t>* </a:t>
                </a:r>
                <a:r>
                  <a:rPr lang="en-US" altLang="zh-CN" dirty="0" smtClean="0"/>
                  <a:t>APT</a:t>
                </a:r>
                <a:r>
                  <a:rPr lang="zh-CN" altLang="en-US" dirty="0" smtClean="0"/>
                  <a:t>模型通过引入更多的风险因子，解释异象所反映的异常收益</a:t>
                </a:r>
                <a:endParaRPr lang="en-US" altLang="zh-CN" dirty="0" smtClean="0"/>
              </a:p>
              <a:p>
                <a:r>
                  <a:rPr lang="zh-CN" altLang="en-US" dirty="0" smtClean="0"/>
                  <a:t>** 构建</a:t>
                </a:r>
                <a:r>
                  <a:rPr lang="zh-CN" altLang="en-US" dirty="0"/>
                  <a:t>传统</a:t>
                </a:r>
                <a:r>
                  <a:rPr lang="zh-CN" altLang="en-US" dirty="0" smtClean="0"/>
                  <a:t>多因子量化策略的思路：寻找风险补偿因子</a:t>
                </a:r>
                <a:r>
                  <a:rPr lang="en-US" altLang="zh-CN" dirty="0" smtClean="0"/>
                  <a:t>——</a:t>
                </a:r>
                <a:r>
                  <a:rPr lang="zh-CN" altLang="en-US" dirty="0" smtClean="0"/>
                  <a:t>与传统投资是一致的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06" t="-2121" r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4551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APT</a:t>
            </a:r>
            <a:r>
              <a:rPr lang="zh-CN" altLang="en-US" dirty="0"/>
              <a:t>模型的应用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基于传统金融学构建的</a:t>
            </a:r>
            <a:r>
              <a:rPr lang="en-US" altLang="zh-CN" dirty="0" smtClean="0"/>
              <a:t>APT</a:t>
            </a:r>
            <a:r>
              <a:rPr lang="zh-CN" altLang="en-US" dirty="0" smtClean="0"/>
              <a:t>模型中，常见的异象和因子：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— </a:t>
            </a:r>
            <a:r>
              <a:rPr lang="en-US" altLang="zh-CN" dirty="0" err="1" smtClean="0"/>
              <a:t>Fama</a:t>
            </a:r>
            <a:r>
              <a:rPr lang="en-US" altLang="zh-CN" dirty="0" smtClean="0"/>
              <a:t> </a:t>
            </a:r>
            <a:r>
              <a:rPr lang="en-US" altLang="zh-CN" dirty="0"/>
              <a:t>&amp; French (1993,1996)</a:t>
            </a:r>
            <a:r>
              <a:rPr lang="zh-CN" altLang="zh-CN" dirty="0"/>
              <a:t> </a:t>
            </a:r>
            <a:r>
              <a:rPr lang="zh-CN" altLang="en-US" dirty="0" smtClean="0"/>
              <a:t>：</a:t>
            </a:r>
            <a:r>
              <a:rPr lang="zh-CN" altLang="zh-CN" dirty="0" smtClean="0"/>
              <a:t>市</a:t>
            </a:r>
            <a:r>
              <a:rPr lang="zh-CN" altLang="zh-CN" dirty="0"/>
              <a:t>净率和规模因子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— </a:t>
            </a:r>
            <a:r>
              <a:rPr lang="en-US" altLang="zh-CN" dirty="0" err="1" smtClean="0"/>
              <a:t>Carhart</a:t>
            </a:r>
            <a:r>
              <a:rPr lang="zh-CN" altLang="zh-CN" dirty="0"/>
              <a:t>（</a:t>
            </a:r>
            <a:r>
              <a:rPr lang="en-US" altLang="zh-CN" dirty="0"/>
              <a:t>1997</a:t>
            </a:r>
            <a:r>
              <a:rPr lang="zh-CN" altLang="zh-CN" dirty="0"/>
              <a:t>）</a:t>
            </a:r>
            <a:r>
              <a:rPr lang="zh-CN" altLang="en-US" dirty="0"/>
              <a:t>：</a:t>
            </a:r>
            <a:r>
              <a:rPr lang="zh-CN" altLang="zh-CN" dirty="0"/>
              <a:t>在</a:t>
            </a:r>
            <a:r>
              <a:rPr lang="en-US" altLang="zh-CN" dirty="0" smtClean="0"/>
              <a:t>FF</a:t>
            </a:r>
            <a:r>
              <a:rPr lang="zh-CN" altLang="zh-CN" dirty="0" smtClean="0"/>
              <a:t>模型</a:t>
            </a:r>
            <a:r>
              <a:rPr lang="zh-CN" altLang="zh-CN" dirty="0"/>
              <a:t>里加</a:t>
            </a:r>
            <a:r>
              <a:rPr lang="zh-CN" altLang="zh-CN" dirty="0" smtClean="0"/>
              <a:t>入第</a:t>
            </a:r>
            <a:r>
              <a:rPr lang="en-US" altLang="zh-CN" dirty="0"/>
              <a:t>4</a:t>
            </a:r>
            <a:r>
              <a:rPr lang="zh-CN" altLang="zh-CN" dirty="0"/>
              <a:t>个因子</a:t>
            </a:r>
            <a:r>
              <a:rPr lang="zh-CN" altLang="en-US" dirty="0"/>
              <a:t>，</a:t>
            </a:r>
            <a:r>
              <a:rPr lang="zh-CN" altLang="zh-CN" dirty="0" smtClean="0"/>
              <a:t>动量</a:t>
            </a:r>
            <a:r>
              <a:rPr lang="zh-CN" altLang="en-US" dirty="0" smtClean="0"/>
              <a:t>（对应动量异象，</a:t>
            </a:r>
            <a:r>
              <a:rPr lang="en-US" altLang="zh-CN" dirty="0"/>
              <a:t> Chan et al., 1996 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— Long </a:t>
            </a:r>
            <a:r>
              <a:rPr lang="en-US" altLang="zh-CN" dirty="0"/>
              <a:t>Chen</a:t>
            </a:r>
            <a:r>
              <a:rPr lang="zh-CN" altLang="zh-CN" dirty="0"/>
              <a:t>，</a:t>
            </a:r>
            <a:r>
              <a:rPr lang="en-US" altLang="zh-CN" dirty="0"/>
              <a:t>Robert </a:t>
            </a:r>
            <a:r>
              <a:rPr lang="en-US" altLang="zh-CN" dirty="0" err="1"/>
              <a:t>Novy</a:t>
            </a:r>
            <a:r>
              <a:rPr lang="en-US" altLang="zh-CN" dirty="0"/>
              <a:t>-Marx &amp; Lu Zhang</a:t>
            </a:r>
            <a:r>
              <a:rPr lang="zh-CN" altLang="zh-CN" dirty="0"/>
              <a:t>（</a:t>
            </a:r>
            <a:r>
              <a:rPr lang="en-US" altLang="zh-CN" dirty="0"/>
              <a:t>2010</a:t>
            </a:r>
            <a:r>
              <a:rPr lang="zh-CN" altLang="zh-CN" dirty="0"/>
              <a:t>）</a:t>
            </a:r>
            <a:r>
              <a:rPr lang="zh-CN" altLang="en-US" dirty="0"/>
              <a:t>：</a:t>
            </a:r>
            <a:r>
              <a:rPr lang="zh-CN" altLang="zh-CN" dirty="0"/>
              <a:t>替代</a:t>
            </a:r>
            <a:r>
              <a:rPr lang="zh-CN" altLang="zh-CN" dirty="0" smtClean="0"/>
              <a:t>性</a:t>
            </a:r>
            <a:r>
              <a:rPr lang="en-US" altLang="zh-CN" dirty="0" smtClean="0"/>
              <a:t>3</a:t>
            </a:r>
            <a:r>
              <a:rPr lang="zh-CN" altLang="en-US" dirty="0" smtClean="0"/>
              <a:t>因子</a:t>
            </a:r>
            <a:r>
              <a:rPr lang="zh-CN" altLang="zh-CN" dirty="0" smtClean="0"/>
              <a:t>模型，投资</a:t>
            </a:r>
            <a:r>
              <a:rPr lang="zh-CN" altLang="zh-CN" dirty="0"/>
              <a:t>和</a:t>
            </a:r>
            <a:r>
              <a:rPr lang="en-US" altLang="zh-CN" dirty="0" smtClean="0"/>
              <a:t>ROE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dirty="0" smtClean="0"/>
              <a:t> ……………………</a:t>
            </a:r>
          </a:p>
          <a:p>
            <a:pPr marL="0" indent="0">
              <a:buNone/>
            </a:pPr>
            <a:r>
              <a:rPr lang="zh-CN" altLang="en-US" dirty="0" smtClean="0"/>
              <a:t>* 所以，基于</a:t>
            </a:r>
            <a:r>
              <a:rPr lang="en-US" altLang="zh-CN" dirty="0" smtClean="0"/>
              <a:t>APT</a:t>
            </a:r>
            <a:r>
              <a:rPr lang="zh-CN" altLang="en-US" dirty="0" smtClean="0"/>
              <a:t>的</a:t>
            </a:r>
            <a:r>
              <a:rPr lang="zh-CN" altLang="en-US" b="1" dirty="0" smtClean="0"/>
              <a:t>传统</a:t>
            </a:r>
            <a:r>
              <a:rPr lang="zh-CN" altLang="en-US" dirty="0" smtClean="0"/>
              <a:t>量化选股策略，与传统基金经理的选股逻辑别无二致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** 关键在于发现有效的风险补偿因子</a:t>
            </a: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648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行为金融学理论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— </a:t>
            </a:r>
            <a:r>
              <a:rPr lang="zh-CN" altLang="en-US" dirty="0" smtClean="0"/>
              <a:t>对</a:t>
            </a:r>
            <a:r>
              <a:rPr lang="en-US" altLang="zh-CN" dirty="0" smtClean="0"/>
              <a:t>EMH</a:t>
            </a:r>
            <a:r>
              <a:rPr lang="zh-CN" altLang="en-US" dirty="0" smtClean="0"/>
              <a:t>假设的释放：</a:t>
            </a:r>
            <a:endParaRPr lang="en-US" altLang="zh-CN" dirty="0" smtClean="0"/>
          </a:p>
          <a:p>
            <a:r>
              <a:rPr lang="zh-CN" altLang="en-US" dirty="0" smtClean="0"/>
              <a:t>非理性行为：高收益未必匹配高风险</a:t>
            </a:r>
            <a:endParaRPr lang="en-US" altLang="zh-CN" dirty="0" smtClean="0"/>
          </a:p>
          <a:p>
            <a:r>
              <a:rPr lang="zh-CN" altLang="en-US" dirty="0"/>
              <a:t>非</a:t>
            </a:r>
            <a:r>
              <a:rPr lang="zh-CN" altLang="en-US" dirty="0" smtClean="0"/>
              <a:t>理性行为可以持续地影响价格：有限套利理论（</a:t>
            </a:r>
            <a:r>
              <a:rPr lang="en-US" altLang="zh-CN" dirty="0"/>
              <a:t> </a:t>
            </a:r>
            <a:r>
              <a:rPr lang="en-US" altLang="zh-CN" dirty="0" err="1"/>
              <a:t>Shleifer</a:t>
            </a:r>
            <a:r>
              <a:rPr lang="en-US" altLang="zh-CN" dirty="0"/>
              <a:t> &amp; </a:t>
            </a:r>
            <a:r>
              <a:rPr lang="en-US" altLang="zh-CN" dirty="0" err="1"/>
              <a:t>Vishny</a:t>
            </a:r>
            <a:r>
              <a:rPr lang="en-US" altLang="zh-CN" dirty="0"/>
              <a:t>, </a:t>
            </a:r>
            <a:r>
              <a:rPr lang="en-US" altLang="zh-CN" dirty="0" smtClean="0"/>
              <a:t>1997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* 提示了把握低风险高收益的机会（利用投资者的非理性行为）</a:t>
            </a:r>
            <a:endParaRPr lang="en-US" altLang="zh-CN" dirty="0"/>
          </a:p>
          <a:p>
            <a:r>
              <a:rPr lang="zh-CN" altLang="en-US" dirty="0" smtClean="0"/>
              <a:t>** 心理学（如</a:t>
            </a:r>
            <a:r>
              <a:rPr lang="en-US" altLang="zh-CN" dirty="0" smtClean="0"/>
              <a:t>bias</a:t>
            </a:r>
            <a:r>
              <a:rPr lang="zh-CN" altLang="en-US" dirty="0" smtClean="0"/>
              <a:t>），缺乏直接量化指标，需要代理变量去刻画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3750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3074" y="286603"/>
            <a:ext cx="9962606" cy="1450757"/>
          </a:xfrm>
        </p:spPr>
        <p:txBody>
          <a:bodyPr/>
          <a:lstStyle/>
          <a:p>
            <a:r>
              <a:rPr lang="zh-CN" altLang="en-US" dirty="0" smtClean="0"/>
              <a:t>理性学习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14994" y="1880568"/>
            <a:ext cx="9710057" cy="4023360"/>
          </a:xfrm>
        </p:spPr>
        <p:txBody>
          <a:bodyPr/>
          <a:lstStyle/>
          <a:p>
            <a:r>
              <a:rPr lang="en-US" altLang="zh-CN" dirty="0" smtClean="0"/>
              <a:t>— </a:t>
            </a:r>
            <a:r>
              <a:rPr lang="zh-CN" altLang="en-US" dirty="0"/>
              <a:t>对</a:t>
            </a:r>
            <a:r>
              <a:rPr lang="en-US" altLang="zh-CN" dirty="0"/>
              <a:t>EMH</a:t>
            </a:r>
            <a:r>
              <a:rPr lang="zh-CN" altLang="en-US" dirty="0"/>
              <a:t>假设的释放：</a:t>
            </a:r>
            <a:endParaRPr lang="en-US" altLang="zh-CN" dirty="0"/>
          </a:p>
          <a:p>
            <a:r>
              <a:rPr lang="zh-CN" altLang="en-US" dirty="0"/>
              <a:t>非</a:t>
            </a:r>
            <a:r>
              <a:rPr lang="zh-CN" altLang="en-US" dirty="0" smtClean="0"/>
              <a:t>理性预期：基于不完整信息（不完全理解信息）产生了对于估值的不确定性，由不确定性导致的分歧，作出理性或非理性行为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— </a:t>
            </a:r>
            <a:r>
              <a:rPr lang="zh-CN" altLang="en-US" dirty="0" smtClean="0"/>
              <a:t>以学习过程去消除对于估值的不确定性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</a:t>
            </a:r>
            <a:r>
              <a:rPr lang="en-US" altLang="zh-CN" dirty="0" smtClean="0"/>
              <a:t>e.g. </a:t>
            </a:r>
            <a:r>
              <a:rPr lang="zh-CN" altLang="en-US" dirty="0" smtClean="0"/>
              <a:t>机构 </a:t>
            </a:r>
            <a:r>
              <a:rPr lang="en-US" altLang="zh-CN" dirty="0" smtClean="0"/>
              <a:t>vs. </a:t>
            </a:r>
            <a:r>
              <a:rPr lang="zh-CN" altLang="en-US" dirty="0" smtClean="0"/>
              <a:t>散户（反应不足）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* </a:t>
            </a:r>
            <a:r>
              <a:rPr lang="zh-CN" altLang="en-US" dirty="0" smtClean="0"/>
              <a:t>利用信息影响股价的特性，获取阶段性超额收益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事件性</a:t>
            </a:r>
            <a:r>
              <a:rPr lang="en-US" altLang="zh-CN" dirty="0" smtClean="0"/>
              <a:t>Alpha</a:t>
            </a:r>
            <a:r>
              <a:rPr lang="zh-CN" altLang="en-US" dirty="0" smtClean="0"/>
              <a:t>策略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61284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理性学习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𝜅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𝜅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𝜅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𝜅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𝜅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𝜅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内容占位符 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823" y="2698209"/>
            <a:ext cx="5791200" cy="32792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3504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量化对冲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smtClean="0"/>
              <a:t>— </a:t>
            </a:r>
            <a:r>
              <a:rPr lang="zh-CN" altLang="en-US" sz="2800" dirty="0" smtClean="0"/>
              <a:t>绝对收益</a:t>
            </a:r>
            <a:endParaRPr lang="en-US" altLang="zh-CN" sz="2800" dirty="0" smtClean="0"/>
          </a:p>
          <a:p>
            <a:endParaRPr lang="en-US" altLang="zh-CN" sz="2800" dirty="0"/>
          </a:p>
          <a:p>
            <a:r>
              <a:rPr lang="en-US" altLang="zh-CN" sz="2800" dirty="0" smtClean="0"/>
              <a:t>— </a:t>
            </a:r>
            <a:r>
              <a:rPr lang="zh-CN" altLang="en-US" sz="2800" dirty="0" smtClean="0"/>
              <a:t>损失厌恶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r>
              <a:rPr lang="en-US" altLang="zh-CN" sz="2800" dirty="0" smtClean="0"/>
              <a:t>— </a:t>
            </a:r>
            <a:r>
              <a:rPr lang="zh-CN" altLang="en-US" sz="2800" dirty="0" smtClean="0"/>
              <a:t>承担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必要</a:t>
            </a:r>
            <a:r>
              <a:rPr lang="zh-CN" altLang="en-US" sz="2800" dirty="0" smtClean="0"/>
              <a:t>的风险，获取策略收益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45814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策略体系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zh-CN" altLang="en-US" sz="2800" dirty="0" smtClean="0"/>
              <a:t>选股策略，战胜空头指数的</a:t>
            </a:r>
            <a:r>
              <a:rPr lang="en-US" altLang="zh-CN" sz="2800" dirty="0" smtClean="0"/>
              <a:t>Alpha</a:t>
            </a:r>
            <a:endParaRPr lang="en-US" altLang="zh-CN" sz="2800" dirty="0"/>
          </a:p>
          <a:p>
            <a:r>
              <a:rPr lang="en-US" altLang="zh-CN" dirty="0"/>
              <a:t>— </a:t>
            </a:r>
            <a:r>
              <a:rPr lang="zh-CN" altLang="en-US" dirty="0" smtClean="0"/>
              <a:t>传统多因子</a:t>
            </a:r>
            <a:r>
              <a:rPr lang="en-US" altLang="zh-CN" dirty="0" smtClean="0"/>
              <a:t>Alpha</a:t>
            </a:r>
            <a:r>
              <a:rPr lang="zh-CN" altLang="en-US" dirty="0" smtClean="0"/>
              <a:t>策略</a:t>
            </a:r>
            <a:endParaRPr lang="en-US" altLang="zh-CN" dirty="0"/>
          </a:p>
          <a:p>
            <a:r>
              <a:rPr lang="en-US" altLang="zh-CN" dirty="0"/>
              <a:t>— </a:t>
            </a:r>
            <a:r>
              <a:rPr lang="zh-CN" altLang="en-US" dirty="0" smtClean="0"/>
              <a:t>事件性</a:t>
            </a:r>
            <a:r>
              <a:rPr lang="en-US" altLang="zh-CN" dirty="0" smtClean="0"/>
              <a:t>Alpha</a:t>
            </a:r>
            <a:r>
              <a:rPr lang="zh-CN" altLang="en-US" dirty="0" smtClean="0"/>
              <a:t>策略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sz="2800" dirty="0"/>
              <a:t>择时</a:t>
            </a:r>
            <a:r>
              <a:rPr lang="zh-CN" altLang="en-US" sz="2800" dirty="0" smtClean="0"/>
              <a:t>策略，仓位控制</a:t>
            </a:r>
            <a:r>
              <a:rPr lang="en-US" altLang="zh-CN" sz="2800" dirty="0" smtClean="0"/>
              <a:t>&amp;</a:t>
            </a:r>
            <a:r>
              <a:rPr lang="zh-CN" altLang="en-US" sz="2800" dirty="0" smtClean="0"/>
              <a:t>把握</a:t>
            </a:r>
            <a:r>
              <a:rPr lang="en-US" altLang="zh-CN" sz="2800" dirty="0"/>
              <a:t>Beta</a:t>
            </a:r>
          </a:p>
          <a:p>
            <a:r>
              <a:rPr lang="en-US" altLang="zh-CN" dirty="0"/>
              <a:t>— K</a:t>
            </a:r>
            <a:r>
              <a:rPr lang="zh-CN" altLang="en-US" dirty="0"/>
              <a:t>线（技术分析）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— </a:t>
            </a:r>
            <a:r>
              <a:rPr lang="zh-CN" altLang="en-US" dirty="0"/>
              <a:t>大单成交</a:t>
            </a:r>
            <a:endParaRPr lang="en-US" altLang="zh-CN" dirty="0"/>
          </a:p>
          <a:p>
            <a:r>
              <a:rPr lang="en-US" altLang="zh-CN" dirty="0"/>
              <a:t>— </a:t>
            </a:r>
            <a:r>
              <a:rPr lang="zh-CN" altLang="en-US" dirty="0"/>
              <a:t>情境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6001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选股策略：对冲投资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845734"/>
            <a:ext cx="4266290" cy="4023360"/>
          </a:xfrm>
        </p:spPr>
        <p:txBody>
          <a:bodyPr/>
          <a:lstStyle/>
          <a:p>
            <a:endParaRPr lang="en-US" altLang="zh-CN" dirty="0" smtClean="0"/>
          </a:p>
          <a:p>
            <a:r>
              <a:rPr lang="en-US" altLang="zh-CN" dirty="0" smtClean="0"/>
              <a:t>— </a:t>
            </a:r>
            <a:r>
              <a:rPr lang="zh-CN" altLang="en-US" dirty="0" smtClean="0"/>
              <a:t>有且仅有沪深</a:t>
            </a:r>
            <a:r>
              <a:rPr lang="en-US" altLang="zh-CN" dirty="0" smtClean="0"/>
              <a:t>300</a:t>
            </a:r>
            <a:r>
              <a:rPr lang="zh-CN" altLang="en-US" dirty="0" smtClean="0"/>
              <a:t>指数期货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）大盘股占较大权重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）金融股占较大权重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）周期股占较大权重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126480" y="1877124"/>
            <a:ext cx="5835783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 smtClean="0"/>
          </a:p>
          <a:p>
            <a:r>
              <a:rPr lang="en-US" altLang="zh-CN" dirty="0" smtClean="0"/>
              <a:t>— </a:t>
            </a:r>
            <a:r>
              <a:rPr lang="zh-CN" altLang="en-US" dirty="0" smtClean="0"/>
              <a:t>对冲组合</a:t>
            </a:r>
            <a:r>
              <a:rPr lang="en-US" altLang="zh-CN" dirty="0" smtClean="0"/>
              <a:t>Alpha</a:t>
            </a:r>
            <a:r>
              <a:rPr lang="zh-CN" altLang="en-US" dirty="0" smtClean="0"/>
              <a:t>的来源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）规模因子（多头小盘股，空头大盘股）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）行业及风格偏差（系统性，不可分散）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）个股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1485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传统选股策略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968563"/>
            <a:ext cx="5385407" cy="381808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基于</a:t>
            </a:r>
            <a:r>
              <a:rPr lang="en-US" altLang="zh-CN" dirty="0" smtClean="0"/>
              <a:t>APT</a:t>
            </a:r>
            <a:r>
              <a:rPr lang="zh-CN" altLang="en-US" dirty="0" smtClean="0"/>
              <a:t>的思路，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以风险补偿因子为</a:t>
            </a:r>
            <a:r>
              <a:rPr lang="en-US" altLang="zh-CN" dirty="0" smtClean="0"/>
              <a:t>Alpha</a:t>
            </a:r>
            <a:r>
              <a:rPr lang="zh-CN" altLang="en-US" dirty="0" smtClean="0"/>
              <a:t>驱动因子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）思路与代理变量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）统计模型确定因子（如实证会计）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/>
              <a:t>3</a:t>
            </a:r>
            <a:r>
              <a:rPr lang="zh-CN" altLang="en-US" dirty="0" smtClean="0"/>
              <a:t>）确定因子权重</a:t>
            </a:r>
            <a:endParaRPr lang="en-US" altLang="zh-CN" dirty="0"/>
          </a:p>
          <a:p>
            <a:r>
              <a:rPr lang="zh-CN" altLang="en-US" dirty="0" smtClean="0"/>
              <a:t>（</a:t>
            </a:r>
            <a:r>
              <a:rPr lang="en-US" altLang="zh-CN" dirty="0"/>
              <a:t>4</a:t>
            </a:r>
            <a:r>
              <a:rPr lang="zh-CN" altLang="en-US" dirty="0" smtClean="0"/>
              <a:t>）多因子选股（打分法，分段法）</a:t>
            </a:r>
            <a:endParaRPr lang="en-US" altLang="zh-CN" dirty="0" smtClean="0"/>
          </a:p>
        </p:txBody>
      </p:sp>
      <p:sp>
        <p:nvSpPr>
          <p:cNvPr id="4" name="Rectangle 3"/>
          <p:cNvSpPr txBox="1">
            <a:spLocks noRot="1" noChangeArrowheads="1"/>
          </p:cNvSpPr>
          <p:nvPr/>
        </p:nvSpPr>
        <p:spPr bwMode="auto">
          <a:xfrm>
            <a:off x="6755642" y="1899824"/>
            <a:ext cx="4977649" cy="404830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5000"/>
              <a:defRPr/>
            </a:pPr>
            <a:endParaRPr lang="en-US" altLang="zh-CN" kern="0" dirty="0">
              <a:solidFill>
                <a:schemeClr val="accent5">
                  <a:lumMod val="10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5000"/>
              <a:defRPr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常用因子 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5000"/>
              <a:defRPr/>
            </a:pPr>
            <a:endParaRPr lang="en-US" altLang="zh-CN" kern="0" dirty="0">
              <a:solidFill>
                <a:schemeClr val="accent5">
                  <a:lumMod val="1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/>
            </a:pP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Value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Traditional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Relative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kern="0" dirty="0">
              <a:solidFill>
                <a:schemeClr val="accent5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/>
            </a:pPr>
            <a:endParaRPr lang="zh-CN" altLang="en-US" kern="0" dirty="0">
              <a:solidFill>
                <a:schemeClr val="accent5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/>
            </a:pP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Growth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Historical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Expected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kern="0" dirty="0">
              <a:solidFill>
                <a:schemeClr val="accent5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/>
            </a:pPr>
            <a:endParaRPr lang="zh-CN" altLang="en-US" kern="0" dirty="0">
              <a:solidFill>
                <a:schemeClr val="accent5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/>
            </a:pP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Profitability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Trend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Acceleration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kern="0" dirty="0">
              <a:solidFill>
                <a:schemeClr val="accent5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/>
            </a:pPr>
            <a:endParaRPr lang="en-US" altLang="zh-CN" kern="0" dirty="0">
              <a:solidFill>
                <a:schemeClr val="accent5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/>
            </a:pP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Momentum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Price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Earnings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kern="0" dirty="0">
              <a:solidFill>
                <a:schemeClr val="accent5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/>
            </a:pPr>
            <a:endParaRPr lang="en-US" altLang="zh-CN" kern="0" dirty="0">
              <a:solidFill>
                <a:schemeClr val="accent5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/>
            </a:pP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Technical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Price Reversal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Small Size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518524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传统选股策略举例：</a:t>
            </a:r>
            <a:r>
              <a:rPr lang="en-US" altLang="zh-CN" dirty="0" smtClean="0"/>
              <a:t>AGM</a:t>
            </a:r>
            <a:r>
              <a:rPr lang="zh-CN" altLang="en-US" dirty="0" smtClean="0"/>
              <a:t>策略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2869316"/>
            <a:ext cx="10058400" cy="2890039"/>
          </a:xfrm>
        </p:spPr>
        <p:txBody>
          <a:bodyPr/>
          <a:lstStyle/>
          <a:p>
            <a:pPr>
              <a:buNone/>
              <a:defRPr/>
            </a:pP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选股思路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defRPr/>
            </a:pP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基本面良好</a:t>
            </a: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+</a:t>
            </a: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高成长性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—— </a:t>
            </a: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财务指标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—— </a:t>
            </a: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行业分析师的研究成果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 marL="0" indent="0">
              <a:buNone/>
              <a:defRPr/>
            </a:pP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市场认同</a:t>
            </a:r>
            <a:r>
              <a:rPr lang="zh-CN" altLang="en-US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度高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—— </a:t>
            </a: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投资者偏好度较高的股票，体现为强势股形态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爆炸形 1 3"/>
          <p:cNvSpPr/>
          <p:nvPr/>
        </p:nvSpPr>
        <p:spPr bwMode="auto">
          <a:xfrm>
            <a:off x="4161013" y="1952577"/>
            <a:ext cx="6624736" cy="2736304"/>
          </a:xfrm>
          <a:prstGeom prst="irregularSeal1">
            <a:avLst/>
          </a:prstGeom>
          <a:gradFill flip="none" rotWithShape="1">
            <a:gsLst>
              <a:gs pos="0">
                <a:srgbClr val="FFFF99">
                  <a:shade val="30000"/>
                  <a:satMod val="115000"/>
                </a:srgbClr>
              </a:gs>
              <a:gs pos="50000">
                <a:srgbClr val="FFFF99">
                  <a:shade val="67500"/>
                  <a:satMod val="115000"/>
                </a:srgbClr>
              </a:gs>
              <a:gs pos="100000">
                <a:srgbClr val="FFFF99">
                  <a:shade val="100000"/>
                  <a:satMod val="115000"/>
                </a:srgbClr>
              </a:gs>
            </a:gsLst>
            <a:lin ang="0" scaled="1"/>
            <a:tileRect/>
          </a:gra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zh-CN" altLang="en-US" sz="2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C00000"/>
                </a:solidFill>
                <a:effectLst>
                  <a:reflection blurRad="6350" stA="60000" endA="900" endPos="60000" dist="60007" dir="5400000" sy="-100000" algn="bl" rotWithShape="0"/>
                </a:effectLst>
                <a:latin typeface="微软雅黑" pitchFamily="34" charset="-122"/>
                <a:ea typeface="微软雅黑" pitchFamily="34" charset="-122"/>
              </a:rPr>
              <a:t>核心理念：基本面良好；高成长性；市场认同度高</a:t>
            </a:r>
            <a:endParaRPr lang="en-US" altLang="zh-CN" sz="24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C00000"/>
              </a:solidFill>
              <a:effectLst>
                <a:reflection blurRad="6350" stA="60000" endA="900" endPos="60000" dist="60007" dir="5400000" sy="-100000" algn="bl" rotWithShape="0"/>
              </a:effectLst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defRPr/>
            </a:pPr>
            <a:endParaRPr lang="zh-CN" altLang="en-US" sz="24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984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AGM</a:t>
            </a:r>
            <a:r>
              <a:rPr lang="zh-CN" altLang="en-US" dirty="0" smtClean="0"/>
              <a:t>选股策略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基本面</a:t>
            </a:r>
            <a:r>
              <a:rPr lang="zh-CN" altLang="en-US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良好（财务指标）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—— </a:t>
            </a: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选股</a:t>
            </a:r>
            <a:r>
              <a:rPr lang="zh-CN" altLang="en-US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范围，股票池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defRPr/>
            </a:pP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高成</a:t>
            </a:r>
            <a:r>
              <a:rPr lang="zh-CN" altLang="en-US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长性（财务指标，分析师预测指标）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—— </a:t>
            </a: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净利润预期增长率（分析师平均预期或一致预期）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defRPr/>
            </a:pP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市场认同</a:t>
            </a:r>
            <a:r>
              <a:rPr lang="zh-CN" altLang="en-US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度（投资者偏好度）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—— </a:t>
            </a:r>
            <a:r>
              <a:rPr lang="zh-CN" altLang="en-US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“强势”技术形态（代理变量）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—— </a:t>
            </a:r>
            <a:r>
              <a:rPr lang="zh-CN" altLang="en-US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行为金融学理论（代理变量）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7442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AGM</a:t>
            </a:r>
            <a:r>
              <a:rPr lang="zh-CN" altLang="en-US" dirty="0"/>
              <a:t>选股策略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从行为金融学的角度出发：投资者偏好怎样的股票？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 —— Lottery Type Stock </a:t>
            </a: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彩票型股票（强势股）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 —— </a:t>
            </a: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彩票型股票：收益率分布上可产生极值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                  </a:t>
            </a: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短期可有显著超额收益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endParaRPr lang="en-US" altLang="zh-CN" sz="2400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defRPr/>
            </a:pP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彩票型股票（强势股）特征  </a:t>
            </a:r>
            <a:r>
              <a:rPr lang="en-US" altLang="zh-CN" i="1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by</a:t>
            </a: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</a:t>
            </a:r>
            <a:r>
              <a:rPr lang="en-US" altLang="zh-CN" i="1" dirty="0" err="1">
                <a:solidFill>
                  <a:schemeClr val="accent5">
                    <a:lumMod val="10000"/>
                  </a:schemeClr>
                </a:solidFill>
                <a:latin typeface="+mn-ea"/>
              </a:rPr>
              <a:t>Alok</a:t>
            </a:r>
            <a:r>
              <a:rPr lang="en-US" altLang="zh-CN" i="1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Kumar in 2009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 —— Higher Volatility </a:t>
            </a: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高波动率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 —— Higher </a:t>
            </a:r>
            <a:r>
              <a:rPr lang="en-US" altLang="zh-CN" dirty="0" err="1">
                <a:solidFill>
                  <a:schemeClr val="accent5">
                    <a:lumMod val="10000"/>
                  </a:schemeClr>
                </a:solidFill>
                <a:latin typeface="+mn-ea"/>
              </a:rPr>
              <a:t>Skewness</a:t>
            </a: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</a:t>
            </a: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高偏度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 —— Lower Price </a:t>
            </a: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低价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 —— Lower Capitalization </a:t>
            </a: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低市值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None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 —— Lower Coverage by Analysts </a:t>
            </a:r>
            <a:r>
              <a:rPr lang="zh-CN" altLang="en-US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低关注度</a:t>
            </a:r>
            <a:endParaRPr lang="en-US" altLang="zh-CN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2939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AGM</a:t>
            </a:r>
            <a:r>
              <a:rPr lang="zh-CN" altLang="en-US" dirty="0" smtClean="0"/>
              <a:t>选股策略</a:t>
            </a:r>
            <a:endParaRPr lang="zh-CN" altLang="en-US" dirty="0"/>
          </a:p>
        </p:txBody>
      </p:sp>
      <p:pic>
        <p:nvPicPr>
          <p:cNvPr id="5" name="图片 4" descr="sh600111.gi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5355" y="1918067"/>
            <a:ext cx="519112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6891907" y="1949457"/>
            <a:ext cx="3214687" cy="1953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/>
            </a:pPr>
            <a:r>
              <a:rPr lang="en-US" altLang="zh-CN" sz="2400" kern="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K</a:t>
            </a:r>
            <a:r>
              <a:rPr lang="zh-CN" altLang="en-US" sz="2400" kern="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线形态特征</a:t>
            </a:r>
            <a:endParaRPr lang="en-US" altLang="zh-CN" sz="2400" kern="0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  <a:defRPr/>
            </a:pP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— 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连续强势上涨</a:t>
            </a:r>
            <a:endParaRPr lang="en-US" altLang="zh-CN" kern="0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  <a:defRPr/>
            </a:pP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— 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均线“角度”较大</a:t>
            </a:r>
            <a:endParaRPr lang="en-US" altLang="zh-CN" kern="0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  <a:defRPr/>
            </a:pPr>
            <a:endParaRPr lang="en-US" altLang="zh-CN" kern="0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/>
            </a:pPr>
            <a:r>
              <a:rPr lang="zh-CN" altLang="en-US" sz="2400" kern="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适合买入时机</a:t>
            </a:r>
            <a:endParaRPr lang="en-US" altLang="zh-CN" sz="2400" kern="0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  <a:defRPr/>
            </a:pPr>
            <a:r>
              <a:rPr lang="en-US" altLang="zh-CN" sz="2200" kern="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</a:t>
            </a:r>
            <a:r>
              <a:rPr lang="en-US" altLang="zh-CN" kern="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— </a:t>
            </a:r>
            <a:r>
              <a:rPr lang="zh-CN" altLang="en-US" kern="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股价短线回调</a:t>
            </a:r>
            <a:endParaRPr lang="en-US" altLang="zh-CN" kern="0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/>
            </a:pPr>
            <a:endParaRPr lang="en-US" altLang="zh-CN" sz="2400" kern="0" dirty="0">
              <a:latin typeface="+mn-lt"/>
              <a:ea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defRPr/>
            </a:pPr>
            <a:endParaRPr lang="en-US" altLang="zh-CN" sz="2400" kern="0" dirty="0">
              <a:latin typeface="+mn-lt"/>
              <a:ea typeface="+mn-ea"/>
            </a:endParaRPr>
          </a:p>
        </p:txBody>
      </p:sp>
      <p:sp>
        <p:nvSpPr>
          <p:cNvPr id="7" name="Rectangle 3"/>
          <p:cNvSpPr txBox="1">
            <a:spLocks noRot="1" noChangeArrowheads="1"/>
          </p:cNvSpPr>
          <p:nvPr/>
        </p:nvSpPr>
        <p:spPr>
          <a:xfrm>
            <a:off x="1097280" y="4416164"/>
            <a:ext cx="8636000" cy="17859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均线角度较大 </a:t>
            </a:r>
            <a:r>
              <a:rPr lang="en-US" altLang="zh-CN" dirty="0" smtClean="0">
                <a:solidFill>
                  <a:schemeClr val="accent5">
                    <a:lumMod val="10000"/>
                  </a:schemeClr>
                </a:solidFill>
                <a:latin typeface="+mn-ea"/>
                <a:sym typeface="Wingdings" pitchFamily="2" charset="2"/>
              </a:rPr>
              <a:t> </a:t>
            </a:r>
            <a:r>
              <a:rPr lang="zh-CN" altLang="en-US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收益率分布显著右偏，即高偏度：</a:t>
            </a:r>
            <a:endParaRPr lang="en-US" altLang="zh-CN" dirty="0" smtClean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                  a.</a:t>
            </a:r>
            <a:r>
              <a:rPr lang="zh-CN" altLang="en-US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收益率大于平均收益率的概率较高</a:t>
            </a:r>
            <a:endParaRPr lang="en-US" altLang="zh-CN" dirty="0" smtClean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                      b.</a:t>
            </a:r>
            <a:r>
              <a:rPr lang="zh-CN" altLang="en-US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收益率出现极值概率较高</a:t>
            </a:r>
            <a:endParaRPr lang="en-US" altLang="zh-CN" dirty="0" smtClean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defRPr/>
            </a:pPr>
            <a:r>
              <a:rPr lang="zh-CN" altLang="en-US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回调时机把握：反转因子</a:t>
            </a:r>
            <a:endParaRPr lang="en-US" altLang="zh-CN" dirty="0" smtClean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>
              <a:defRPr/>
            </a:pPr>
            <a:endParaRPr lang="en-US" altLang="zh-CN" sz="2400" dirty="0" smtClean="0"/>
          </a:p>
          <a:p>
            <a:pPr>
              <a:buFont typeface="Wingdings" pitchFamily="2" charset="2"/>
              <a:buNone/>
              <a:defRPr/>
            </a:pP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3681443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AGM</a:t>
            </a:r>
            <a:r>
              <a:rPr lang="zh-CN" altLang="en-US" dirty="0"/>
              <a:t>选股策略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762624" cy="4595202"/>
              </a:xfrm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𝑆𝑖𝑧𝑒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𝐺𝑟𝑜𝑤𝑡h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𝑠𝑘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𝑆𝑘𝑒𝑤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−12~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𝑀𝑜𝑚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altLang="zh-CN" dirty="0" smtClean="0"/>
                  <a:t>}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𝐶𝑡𝑟𝑙</m:t>
                    </m:r>
                  </m:oMath>
                </a14:m>
                <a:endParaRPr lang="en-US" altLang="zh-CN" dirty="0"/>
              </a:p>
              <a:p>
                <a:r>
                  <a:rPr lang="en-US" altLang="zh-CN" i="1" dirty="0" smtClean="0"/>
                  <a:t>Ctrl = NP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altLang="zh-CN" i="1" dirty="0" smtClean="0"/>
                  <a:t> </a:t>
                </a:r>
                <a:r>
                  <a:rPr lang="en-US" altLang="zh-CN" i="1" dirty="0" err="1" smtClean="0"/>
                  <a:t>Wst</a:t>
                </a:r>
                <a:r>
                  <a:rPr lang="en-US" altLang="zh-CN" i="1" dirty="0" smtClean="0"/>
                  <a:t> P/E</a:t>
                </a:r>
              </a:p>
              <a:p>
                <a:endParaRPr lang="en-US" altLang="zh-CN" dirty="0" smtClean="0"/>
              </a:p>
              <a:p>
                <a:r>
                  <a:rPr lang="zh-CN" altLang="en-US" dirty="0"/>
                  <a:t>变量</a:t>
                </a:r>
                <a:r>
                  <a:rPr lang="zh-CN" altLang="en-US" dirty="0" smtClean="0"/>
                  <a:t>释义：</a:t>
                </a:r>
                <a:endParaRPr lang="en-US" altLang="zh-CN" dirty="0" smtClean="0"/>
              </a:p>
              <a:p>
                <a:r>
                  <a:rPr lang="en-US" altLang="zh-CN" dirty="0" smtClean="0"/>
                  <a:t>— </a:t>
                </a:r>
                <a:r>
                  <a:rPr lang="en-US" altLang="zh-CN" i="1" dirty="0" smtClean="0"/>
                  <a:t>Size</a:t>
                </a:r>
                <a:r>
                  <a:rPr lang="zh-CN" altLang="en-US" dirty="0" smtClean="0"/>
                  <a:t>：规模，流通股本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en-US" altLang="zh-CN" dirty="0" smtClean="0"/>
                  <a:t>  — </a:t>
                </a:r>
                <a:r>
                  <a:rPr lang="en-US" altLang="zh-CN" i="1" dirty="0" smtClean="0"/>
                  <a:t>Growth</a:t>
                </a:r>
                <a:r>
                  <a:rPr lang="zh-CN" altLang="en-US" dirty="0" smtClean="0"/>
                  <a:t>：预期净利润增长率</a:t>
                </a:r>
                <a:endParaRPr lang="en-US" altLang="zh-CN" dirty="0" smtClean="0"/>
              </a:p>
              <a:p>
                <a:r>
                  <a:rPr lang="en-US" altLang="zh-CN" dirty="0" smtClean="0"/>
                  <a:t>— </a:t>
                </a:r>
                <a:r>
                  <a:rPr lang="en-US" altLang="zh-CN" i="1" dirty="0" smtClean="0"/>
                  <a:t>Skew</a:t>
                </a:r>
                <a:r>
                  <a:rPr lang="zh-CN" altLang="en-US" dirty="0" smtClean="0"/>
                  <a:t>：偏度</a:t>
                </a:r>
                <a:endParaRPr lang="en-US" altLang="zh-CN" dirty="0" smtClean="0"/>
              </a:p>
              <a:p>
                <a:r>
                  <a:rPr lang="en-US" altLang="zh-CN" dirty="0" smtClean="0"/>
                  <a:t>— </a:t>
                </a:r>
                <a:r>
                  <a:rPr lang="en-US" altLang="zh-CN" i="1" dirty="0" smtClean="0"/>
                  <a:t>Mom</a:t>
                </a:r>
                <a:r>
                  <a:rPr lang="zh-CN" altLang="en-US" dirty="0" smtClean="0"/>
                  <a:t>：动量因子</a:t>
                </a:r>
                <a:endParaRPr lang="en-US" altLang="zh-CN" dirty="0" smtClean="0"/>
              </a:p>
              <a:p>
                <a:r>
                  <a:rPr lang="en-US" altLang="zh-CN" dirty="0" smtClean="0"/>
                  <a:t>— </a:t>
                </a:r>
                <a:r>
                  <a:rPr lang="en-US" altLang="zh-CN" i="1" dirty="0" smtClean="0"/>
                  <a:t>Ctrl</a:t>
                </a:r>
                <a:r>
                  <a:rPr lang="zh-CN" altLang="en-US" dirty="0" smtClean="0"/>
                  <a:t>：虚拟变量，控制因子</a:t>
                </a:r>
                <a:endParaRPr lang="en-US" altLang="zh-CN" dirty="0" smtClean="0"/>
              </a:p>
              <a:p>
                <a:endParaRPr lang="en-US" altLang="zh-CN" i="1" dirty="0"/>
              </a:p>
              <a:p>
                <a:endParaRPr lang="zh-CN" altLang="en-US" i="1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762624" cy="4595202"/>
              </a:xfrm>
              <a:blipFill rotWithShape="0">
                <a:blip r:embed="rId2"/>
                <a:stretch>
                  <a:fillRect l="-1359" t="-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 txBox="1">
            <a:spLocks noRot="1" noChangeArrowheads="1"/>
          </p:cNvSpPr>
          <p:nvPr/>
        </p:nvSpPr>
        <p:spPr bwMode="auto">
          <a:xfrm>
            <a:off x="4133907" y="4487132"/>
            <a:ext cx="7725997" cy="1953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US" altLang="zh-CN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9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zh-CN" alt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en-US" altLang="zh-CN" sz="19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en-US" altLang="zh-CN" sz="19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NP</a:t>
            </a:r>
            <a:r>
              <a:rPr lang="zh-CN" altLang="en-US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：虚拟变量，预测净利润</a:t>
            </a:r>
            <a:r>
              <a:rPr lang="en-US" altLang="zh-C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r>
              <a:rPr lang="zh-CN" altLang="en-US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阈值，</a:t>
            </a:r>
            <a:r>
              <a:rPr lang="en-US" altLang="zh-C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NP=1</a:t>
            </a:r>
            <a:r>
              <a:rPr lang="zh-CN" altLang="en-US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；否则为</a:t>
            </a:r>
            <a:r>
              <a:rPr lang="en-US" altLang="zh-C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</a:t>
            </a:r>
          </a:p>
          <a:p>
            <a:r>
              <a:rPr lang="zh-CN" altLang="en-US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en-US" altLang="zh-C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en-US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en-US" altLang="zh-CN" sz="1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Wst</a:t>
            </a:r>
            <a:r>
              <a:rPr lang="en-US" altLang="zh-C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P/E</a:t>
            </a:r>
            <a:r>
              <a:rPr lang="zh-CN" altLang="en-US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：虚拟变量，静态市盈率的全市场（行业）分位数</a:t>
            </a:r>
            <a:r>
              <a:rPr lang="en-US" altLang="zh-C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zh-CN" altLang="en-US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阈值，</a:t>
            </a:r>
            <a:r>
              <a:rPr lang="en-US" altLang="zh-C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=1</a:t>
            </a:r>
            <a:r>
              <a:rPr lang="zh-CN" altLang="en-US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；否则为</a:t>
            </a:r>
            <a:r>
              <a:rPr lang="en-US" altLang="zh-C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75000"/>
              <a:defRPr/>
            </a:pPr>
            <a:endParaRPr lang="en-US" altLang="zh-CN" sz="2400" kern="0" dirty="0">
              <a:latin typeface="+mn-lt"/>
              <a:ea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defRPr/>
            </a:pPr>
            <a:endParaRPr lang="en-US" altLang="zh-CN" sz="2400" kern="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29871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     AGM</a:t>
            </a:r>
            <a:r>
              <a:rPr lang="zh-CN" altLang="en-US" dirty="0"/>
              <a:t>策略：投资绩效回测</a:t>
            </a:r>
          </a:p>
        </p:txBody>
      </p:sp>
      <p:sp>
        <p:nvSpPr>
          <p:cNvPr id="5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2024064" y="5214939"/>
            <a:ext cx="8143875" cy="71437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zh-CN" sz="18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4</a:t>
            </a:r>
            <a:r>
              <a:rPr lang="zh-CN" altLang="en-US" sz="18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因子驱动的</a:t>
            </a:r>
            <a:r>
              <a:rPr lang="en-US" altLang="zh-CN" sz="18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AGM</a:t>
            </a:r>
            <a:r>
              <a:rPr lang="zh-CN" altLang="en-US" sz="18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策略在历史上取得了明显的超额收益</a:t>
            </a:r>
            <a:endParaRPr lang="en-US" altLang="zh-CN" sz="1800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 eaLnBrk="1" hangingPunct="1">
              <a:defRPr/>
            </a:pPr>
            <a:r>
              <a:rPr lang="zh-CN" altLang="en-US" sz="18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最终采用</a:t>
            </a:r>
            <a:r>
              <a:rPr lang="en-US" altLang="zh-CN" sz="18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1</a:t>
            </a:r>
            <a:r>
              <a:rPr lang="zh-CN" altLang="en-US" sz="18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：</a:t>
            </a:r>
            <a:r>
              <a:rPr lang="en-US" altLang="zh-CN" sz="18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3</a:t>
            </a:r>
            <a:r>
              <a:rPr lang="zh-CN" altLang="en-US" sz="18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：</a:t>
            </a:r>
            <a:r>
              <a:rPr lang="en-US" altLang="zh-CN" sz="18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1</a:t>
            </a:r>
            <a:r>
              <a:rPr lang="zh-CN" altLang="en-US" sz="18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：</a:t>
            </a:r>
            <a:r>
              <a:rPr lang="en-US" altLang="zh-CN" sz="18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1</a:t>
            </a:r>
            <a:r>
              <a:rPr lang="zh-CN" altLang="en-US" sz="18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权重配置选股因子</a:t>
            </a:r>
            <a:endParaRPr lang="en-US" altLang="zh-CN" sz="1800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962393"/>
              </p:ext>
            </p:extLst>
          </p:nvPr>
        </p:nvGraphicFramePr>
        <p:xfrm>
          <a:off x="2697802" y="1937011"/>
          <a:ext cx="6858048" cy="3017754"/>
        </p:xfrm>
        <a:graphic>
          <a:graphicData uri="http://schemas.openxmlformats.org/drawingml/2006/table">
            <a:tbl>
              <a:tblPr/>
              <a:tblGrid>
                <a:gridCol w="696118"/>
                <a:gridCol w="1314889"/>
                <a:gridCol w="1314889"/>
                <a:gridCol w="1134414"/>
                <a:gridCol w="1173087"/>
                <a:gridCol w="1224651"/>
              </a:tblGrid>
              <a:tr h="40751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年份</a:t>
                      </a:r>
                      <a:r>
                        <a:rPr lang="zh-CN" altLang="en-US" sz="1300" b="0" i="0" u="none" strike="noStrike" dirty="0">
                          <a:solidFill>
                            <a:srgbClr val="007A77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沪深</a:t>
                      </a:r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300</a:t>
                      </a:r>
                      <a:r>
                        <a:rPr lang="zh-CN" altLang="en-US" sz="1300" b="0" i="0" u="none" strike="noStrike" dirty="0">
                          <a:solidFill>
                            <a:srgbClr val="007A77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等权重</a:t>
                      </a:r>
                      <a:r>
                        <a:rPr lang="zh-CN" altLang="en-US" sz="1300" b="0" i="0" u="none" strike="noStrike" dirty="0">
                          <a:solidFill>
                            <a:srgbClr val="007A77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不等权重 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7E4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268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（</a:t>
                      </a:r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：</a:t>
                      </a:r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  <a:r>
                        <a:rPr lang="zh-CN" altLang="en-US" sz="1300" b="0" i="0" u="none" strike="noStrike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：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lang="zh-CN" altLang="en-US" sz="1300" b="0" i="0" u="none" strike="noStrike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：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r>
                        <a:rPr lang="zh-CN" altLang="en-US" sz="1300" b="0" i="0" u="none" strike="noStrike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）</a:t>
                      </a:r>
                      <a:r>
                        <a:rPr lang="zh-CN" altLang="en-US" sz="1300" b="0" i="0" u="none" strike="noStrike" dirty="0" smtClean="0">
                          <a:solidFill>
                            <a:srgbClr val="007A77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07517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累积</a:t>
                      </a:r>
                      <a:r>
                        <a:rPr lang="zh-CN" altLang="en-US" sz="1300" b="0" i="0" u="none" strike="noStrike">
                          <a:solidFill>
                            <a:srgbClr val="007A77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209.52%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2399.21%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2189.69%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2228.76%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2019.25%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5D9F1"/>
                    </a:solidFill>
                  </a:tcPr>
                </a:tc>
              </a:tr>
              <a:tr h="39208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2006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121.02%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173.76%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52.74%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175.32%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54.30%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D9F1"/>
                    </a:solidFill>
                  </a:tcPr>
                </a:tc>
              </a:tr>
              <a:tr h="39208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2007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161.55%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421.72%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260.17%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414.13%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252.59%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D9F1"/>
                    </a:solidFill>
                  </a:tcPr>
                </a:tc>
              </a:tr>
              <a:tr h="39208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2008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-65.95%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-39.59%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26.36%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-39.49%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26.46%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D9F1"/>
                    </a:solidFill>
                  </a:tcPr>
                </a:tc>
              </a:tr>
              <a:tr h="39208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2009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96.71%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193.12%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96.41%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164.84%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68.12%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D9F1"/>
                    </a:solidFill>
                  </a:tcPr>
                </a:tc>
              </a:tr>
              <a:tr h="4075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2010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-20.06%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-1.18%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18.88%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2.66%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22.72%</a:t>
                      </a:r>
                    </a:p>
                  </a:txBody>
                  <a:tcPr marL="8594" marR="8594" marT="8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08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     AGM</a:t>
            </a:r>
            <a:r>
              <a:rPr lang="zh-CN" altLang="en-US" dirty="0"/>
              <a:t>策略：月胜率与周胜率</a:t>
            </a:r>
          </a:p>
        </p:txBody>
      </p:sp>
      <p:sp>
        <p:nvSpPr>
          <p:cNvPr id="5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2364737" y="5324761"/>
            <a:ext cx="8143875" cy="936625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defRPr/>
            </a:pPr>
            <a:r>
              <a:rPr lang="en-US" altLang="zh-CN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2010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年</a:t>
            </a:r>
            <a:r>
              <a:rPr lang="en-US" altLang="zh-CN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4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月收益以</a:t>
            </a:r>
            <a:r>
              <a:rPr lang="en-US" altLang="zh-CN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5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月</a:t>
            </a:r>
            <a:r>
              <a:rPr lang="en-US" altLang="zh-CN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10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日收盘价为准</a:t>
            </a:r>
            <a:endParaRPr lang="en-US" altLang="zh-CN" sz="1600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 eaLnBrk="1" hangingPunct="1">
              <a:defRPr/>
            </a:pP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在</a:t>
            </a:r>
            <a:r>
              <a:rPr lang="en-US" altLang="zh-CN" sz="1600" dirty="0">
                <a:solidFill>
                  <a:srgbClr val="C00000"/>
                </a:solidFill>
                <a:latin typeface="+mn-ea"/>
              </a:rPr>
              <a:t>52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个月的回测期内，策略有</a:t>
            </a:r>
            <a:r>
              <a:rPr lang="en-US" altLang="zh-CN" sz="1600" dirty="0">
                <a:solidFill>
                  <a:srgbClr val="C00000"/>
                </a:solidFill>
                <a:latin typeface="+mn-ea"/>
              </a:rPr>
              <a:t>42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个月取得超额收益，跑赢概率约为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</a:rPr>
              <a:t>77%</a:t>
            </a:r>
          </a:p>
          <a:p>
            <a:pPr eaLnBrk="1" hangingPunct="1">
              <a:defRPr/>
            </a:pP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在回测期内</a:t>
            </a:r>
            <a:r>
              <a:rPr lang="en-US" altLang="en-US" sz="1600" dirty="0">
                <a:solidFill>
                  <a:srgbClr val="C00000"/>
                </a:solidFill>
                <a:latin typeface="+mn-ea"/>
              </a:rPr>
              <a:t>218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周中，组合共有</a:t>
            </a:r>
            <a:r>
              <a:rPr lang="en-US" altLang="en-US" sz="1600" dirty="0">
                <a:solidFill>
                  <a:srgbClr val="C00000"/>
                </a:solidFill>
                <a:latin typeface="+mn-ea"/>
              </a:rPr>
              <a:t>142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周跑赢市场，胜率约为</a:t>
            </a:r>
            <a:r>
              <a:rPr lang="en-US" altLang="en-US" sz="1800" b="1" dirty="0">
                <a:solidFill>
                  <a:srgbClr val="C00000"/>
                </a:solidFill>
                <a:latin typeface="+mn-ea"/>
              </a:rPr>
              <a:t>65%</a:t>
            </a:r>
            <a:endParaRPr lang="en-US" altLang="zh-CN" sz="1800" b="1" dirty="0">
              <a:solidFill>
                <a:srgbClr val="C00000"/>
              </a:solidFill>
              <a:latin typeface="+mn-ea"/>
            </a:endParaRPr>
          </a:p>
          <a:p>
            <a:pPr eaLnBrk="1" hangingPunct="1">
              <a:defRPr/>
            </a:pPr>
            <a:endParaRPr lang="en-US" altLang="zh-CN" sz="16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655903"/>
              </p:ext>
            </p:extLst>
          </p:nvPr>
        </p:nvGraphicFramePr>
        <p:xfrm>
          <a:off x="2351089" y="1865307"/>
          <a:ext cx="7929562" cy="3363919"/>
        </p:xfrm>
        <a:graphic>
          <a:graphicData uri="http://schemas.openxmlformats.org/drawingml/2006/table">
            <a:tbl>
              <a:tblPr/>
              <a:tblGrid>
                <a:gridCol w="503237"/>
                <a:gridCol w="735013"/>
                <a:gridCol w="728662"/>
                <a:gridCol w="692150"/>
                <a:gridCol w="817563"/>
                <a:gridCol w="852487"/>
                <a:gridCol w="747713"/>
                <a:gridCol w="720725"/>
                <a:gridCol w="720725"/>
                <a:gridCol w="690562"/>
                <a:gridCol w="720725"/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月份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DD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2006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D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2007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D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2008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D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2009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D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2010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D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12.69%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3.36%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29.78%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12.91%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-3.69%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9.76%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20.08%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8.26%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-0.89%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9.50%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3.46%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-0.84%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16.75%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10.08%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7.53%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6.35%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9.48%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4.18%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3.97%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1.55%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6.63%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5.86%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22.32%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13.00%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-19.19%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-0.28%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23.28%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6.12%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4.73%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2.78%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13.60%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3.11%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41.68%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13.75%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5.21%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0.77%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2.79%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-1.80%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-4.87%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9.69%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25.59%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9.12%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9.84%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-0.53%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2.14%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10.92%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8.18%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2.96%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13.19%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11.10%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0.37%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4.55%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-17.78%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4.91%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8.28%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-6.46%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7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2.59%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9.73%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23.57%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5.06%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8.24%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7.76%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15.17%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-2.77%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4.97%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1.54%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22.43%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3.68%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-25.87%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-11.13%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-14.87%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9.34%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10.72%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5.90%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0.86%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-4.50%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-7.84%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-1.65%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5.67%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-0.50%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10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4.67%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0.30%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4.45%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2.52%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-21.05%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4.80%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12.50%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3.33%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11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3.99%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-13.07%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-7.88%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8.84%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19.11%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9.12%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13.62%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6.57%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12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5.68%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-13.37%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20.97%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8.29%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17.69%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18.36%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2.48%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0.66%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5184" marR="5184" marT="5184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5184" marR="5184" marT="5184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E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41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     AGM</a:t>
            </a:r>
            <a:r>
              <a:rPr lang="zh-CN" altLang="en-US" dirty="0"/>
              <a:t>策略：超额收益回测</a:t>
            </a:r>
          </a:p>
        </p:txBody>
      </p:sp>
      <p:sp>
        <p:nvSpPr>
          <p:cNvPr id="778243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2094246" y="1793117"/>
            <a:ext cx="8281987" cy="16430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我们建立长期多空组合，多头为</a:t>
            </a:r>
            <a:r>
              <a:rPr lang="en-US" altLang="zh-CN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AGM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组合，空头为沪深</a:t>
            </a:r>
            <a:r>
              <a:rPr lang="en-US" altLang="zh-CN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300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指数期货。回溯测试</a:t>
            </a:r>
            <a:r>
              <a:rPr lang="en-US" altLang="zh-CN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2006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年</a:t>
            </a:r>
            <a:r>
              <a:rPr lang="en-US" altLang="zh-CN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-2010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年的投资绩效：</a:t>
            </a:r>
            <a:endParaRPr lang="en-US" altLang="zh-CN" sz="1600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—  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该策略可稳定地产生超额收益，在</a:t>
            </a:r>
            <a:r>
              <a:rPr lang="en-US" altLang="zh-CN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52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个月的回测期中，有</a:t>
            </a:r>
            <a:r>
              <a:rPr lang="en-US" altLang="zh-CN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42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个月可跑赢指数，即有稳定的正向</a:t>
            </a:r>
            <a:r>
              <a:rPr lang="en-US" altLang="zh-CN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spread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—  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我们用股指期货空头锁定这部分累积超额收益（</a:t>
            </a:r>
            <a:r>
              <a:rPr lang="en-US" altLang="zh-CN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alpha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），约为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</a:rPr>
              <a:t>2019.25%</a:t>
            </a:r>
            <a:endParaRPr lang="en-US" altLang="zh-CN" sz="1600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</p:txBody>
      </p:sp>
      <p:graphicFrame>
        <p:nvGraphicFramePr>
          <p:cNvPr id="4" name="图表 3"/>
          <p:cNvGraphicFramePr/>
          <p:nvPr>
            <p:extLst>
              <p:ext uri="{D42A27DB-BD31-4B8C-83A1-F6EECF244321}">
                <p14:modId xmlns:p14="http://schemas.microsoft.com/office/powerpoint/2010/main" val="2422202821"/>
              </p:ext>
            </p:extLst>
          </p:nvPr>
        </p:nvGraphicFramePr>
        <p:xfrm>
          <a:off x="2256050" y="3629947"/>
          <a:ext cx="3744416" cy="2528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101744931"/>
              </p:ext>
            </p:extLst>
          </p:nvPr>
        </p:nvGraphicFramePr>
        <p:xfrm>
          <a:off x="6487736" y="3436179"/>
          <a:ext cx="3714776" cy="2792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81448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33380" y="471485"/>
            <a:ext cx="8540750" cy="1143000"/>
          </a:xfrm>
        </p:spPr>
        <p:txBody>
          <a:bodyPr>
            <a:normAutofit/>
          </a:bodyPr>
          <a:lstStyle/>
          <a:p>
            <a:r>
              <a:rPr lang="en-US" altLang="zh-CN" dirty="0"/>
              <a:t>AGM</a:t>
            </a:r>
            <a:r>
              <a:rPr lang="zh-CN" altLang="en-US" dirty="0"/>
              <a:t>策略：实际投资效果</a:t>
            </a:r>
          </a:p>
        </p:txBody>
      </p:sp>
      <p:sp>
        <p:nvSpPr>
          <p:cNvPr id="783363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2135189" y="1804193"/>
            <a:ext cx="7538941" cy="576263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defRPr/>
            </a:pPr>
            <a:r>
              <a:rPr lang="en-US" altLang="zh-CN" sz="14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2010</a:t>
            </a:r>
            <a:r>
              <a:rPr lang="zh-CN" altLang="en-US" sz="14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年</a:t>
            </a:r>
            <a:r>
              <a:rPr lang="en-US" altLang="zh-CN" sz="14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5</a:t>
            </a:r>
            <a:r>
              <a:rPr lang="zh-CN" altLang="en-US" sz="14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月</a:t>
            </a:r>
            <a:r>
              <a:rPr lang="en-US" altLang="zh-CN" sz="14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11</a:t>
            </a:r>
            <a:r>
              <a:rPr lang="zh-CN" altLang="en-US" sz="14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日</a:t>
            </a:r>
            <a:r>
              <a:rPr lang="en-US" altLang="zh-CN" sz="14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-12</a:t>
            </a:r>
            <a:r>
              <a:rPr lang="zh-CN" altLang="en-US" sz="14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月</a:t>
            </a:r>
            <a:r>
              <a:rPr lang="en-US" altLang="zh-CN" sz="14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17</a:t>
            </a:r>
            <a:r>
              <a:rPr lang="zh-CN" altLang="en-US" sz="14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日</a:t>
            </a:r>
            <a:r>
              <a:rPr lang="zh-CN" altLang="en-US" sz="1400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，现货规模</a:t>
            </a:r>
            <a:r>
              <a:rPr lang="en-US" altLang="zh-CN" sz="1400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5000</a:t>
            </a:r>
            <a:r>
              <a:rPr lang="zh-CN" altLang="en-US" sz="1400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万，共</a:t>
            </a:r>
            <a:r>
              <a:rPr lang="zh-CN" altLang="en-US" sz="14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调仓</a:t>
            </a:r>
            <a:r>
              <a:rPr lang="en-US" altLang="zh-CN" sz="14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4</a:t>
            </a:r>
            <a:r>
              <a:rPr lang="zh-CN" altLang="en-US" sz="14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次，每期组合初始按等权重</a:t>
            </a:r>
            <a:r>
              <a:rPr lang="zh-CN" altLang="en-US" sz="1400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建仓，收益率</a:t>
            </a:r>
            <a:r>
              <a:rPr lang="en-US" altLang="zh-CN" sz="1400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51%</a:t>
            </a:r>
            <a:r>
              <a:rPr lang="zh-CN" altLang="en-US" sz="1400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，超额收益率</a:t>
            </a:r>
            <a:r>
              <a:rPr lang="en-US" altLang="zh-CN" sz="1400" dirty="0" smtClean="0">
                <a:solidFill>
                  <a:schemeClr val="accent5">
                    <a:lumMod val="10000"/>
                  </a:schemeClr>
                </a:solidFill>
                <a:latin typeface="+mn-ea"/>
              </a:rPr>
              <a:t>38.5%</a:t>
            </a:r>
            <a:endParaRPr lang="en-US" altLang="zh-CN" sz="1400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在每期组合运行期间并不做调整，保留动量效应，每期组合的涨幅前</a:t>
            </a:r>
            <a:r>
              <a:rPr lang="en-US" altLang="zh-CN" sz="14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15</a:t>
            </a:r>
            <a:r>
              <a:rPr lang="zh-CN" altLang="en-US" sz="14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名个股如下表：</a:t>
            </a:r>
            <a:endParaRPr lang="en-US" altLang="zh-CN" sz="1400" dirty="0">
              <a:solidFill>
                <a:schemeClr val="accent5">
                  <a:lumMod val="10000"/>
                </a:schemeClr>
              </a:solidFill>
              <a:latin typeface="+mn-ea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1800" dirty="0">
              <a:solidFill>
                <a:schemeClr val="accent5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1800" dirty="0">
              <a:solidFill>
                <a:schemeClr val="accent5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defRPr/>
            </a:pPr>
            <a:endParaRPr lang="zh-CN" altLang="en-US" sz="2800" dirty="0">
              <a:solidFill>
                <a:schemeClr val="accent5">
                  <a:lumMod val="10000"/>
                </a:schemeClr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Rectangle 3"/>
          <p:cNvSpPr txBox="1">
            <a:spLocks noRot="1" noChangeArrowheads="1"/>
          </p:cNvSpPr>
          <p:nvPr/>
        </p:nvSpPr>
        <p:spPr bwMode="auto">
          <a:xfrm>
            <a:off x="2279651" y="3141664"/>
            <a:ext cx="7165975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  <a:defRPr/>
            </a:pPr>
            <a:endParaRPr lang="en-US" altLang="zh-CN" kern="0" dirty="0">
              <a:solidFill>
                <a:schemeClr val="accent5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  <a:defRPr/>
            </a:pPr>
            <a:endParaRPr lang="en-US" altLang="zh-CN" kern="0" dirty="0">
              <a:solidFill>
                <a:schemeClr val="accent5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/>
            </a:pPr>
            <a:endParaRPr lang="zh-CN" altLang="en-US" sz="2800" kern="0" dirty="0">
              <a:solidFill>
                <a:schemeClr val="accent5">
                  <a:lumMod val="10000"/>
                </a:schemeClr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64175"/>
              </p:ext>
            </p:extLst>
          </p:nvPr>
        </p:nvGraphicFramePr>
        <p:xfrm>
          <a:off x="2279651" y="2427145"/>
          <a:ext cx="7776864" cy="3816426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606251"/>
                <a:gridCol w="740974"/>
                <a:gridCol w="565836"/>
                <a:gridCol w="606251"/>
                <a:gridCol w="727504"/>
                <a:gridCol w="606251"/>
                <a:gridCol w="606251"/>
                <a:gridCol w="740974"/>
                <a:gridCol w="596148"/>
                <a:gridCol w="606251"/>
                <a:gridCol w="646669"/>
                <a:gridCol w="727504"/>
              </a:tblGrid>
              <a:tr h="203631">
                <a:tc grid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u="none" strike="noStrike" kern="1200" dirty="0" smtClean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第一期组合（</a:t>
                      </a:r>
                      <a:r>
                        <a:rPr lang="en-US" altLang="zh-CN" sz="1100" u="none" strike="noStrike" kern="1200" dirty="0" smtClean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5.11-6.10</a:t>
                      </a:r>
                      <a:r>
                        <a:rPr lang="zh-CN" altLang="en-US" sz="1100" u="none" strike="noStrike" kern="1200" dirty="0" smtClean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）</a:t>
                      </a:r>
                      <a:endParaRPr lang="zh-CN" altLang="en-US" sz="1100" b="0" i="0" u="none" strike="noStrike" kern="12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  <a:ea typeface="+mn-ea"/>
                        <a:cs typeface="+mn-cs"/>
                      </a:endParaRPr>
                    </a:p>
                  </a:txBody>
                  <a:tcPr marL="7924" marR="7924" marT="7924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924" marR="7924" marT="79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924" marR="7924" marT="79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u="none" strike="noStrike" kern="1200" dirty="0" smtClean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第二期组合（</a:t>
                      </a:r>
                      <a:r>
                        <a:rPr lang="en-US" altLang="zh-CN" sz="1100" u="none" strike="noStrike" kern="1200" dirty="0" smtClean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6.11-8.5</a:t>
                      </a:r>
                      <a:r>
                        <a:rPr lang="zh-CN" altLang="en-US" sz="1100" u="none" strike="noStrike" kern="1200" dirty="0" smtClean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）</a:t>
                      </a:r>
                      <a:endParaRPr lang="zh-CN" altLang="en-US" sz="1100" b="0" i="0" u="none" strike="noStrike" kern="12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  <a:ea typeface="+mn-ea"/>
                        <a:cs typeface="+mn-cs"/>
                      </a:endParaRPr>
                    </a:p>
                  </a:txBody>
                  <a:tcPr marL="7924" marR="7924" marT="7924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924" marR="7924" marT="79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924" marR="7924" marT="79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u="none" strike="noStrike" kern="1200" dirty="0" smtClean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第三期组合（</a:t>
                      </a:r>
                      <a:r>
                        <a:rPr lang="en-US" altLang="zh-CN" sz="1100" u="none" strike="noStrike" kern="1200" dirty="0" smtClean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8.6-10.27</a:t>
                      </a:r>
                      <a:r>
                        <a:rPr lang="zh-CN" altLang="en-US" sz="1100" u="none" strike="noStrike" kern="1200" dirty="0" smtClean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）</a:t>
                      </a:r>
                      <a:endParaRPr lang="zh-CN" altLang="en-US" sz="1100" b="0" i="0" u="none" strike="noStrike" kern="12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  <a:ea typeface="+mn-ea"/>
                        <a:cs typeface="+mn-cs"/>
                      </a:endParaRPr>
                    </a:p>
                  </a:txBody>
                  <a:tcPr marL="7924" marR="7924" marT="7924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924" marR="7924" marT="79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924" marR="7924" marT="79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u="none" strike="noStrike" kern="1200" dirty="0" smtClean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第四期组合（</a:t>
                      </a:r>
                      <a:r>
                        <a:rPr lang="en-US" altLang="zh-CN" sz="1100" u="none" strike="noStrike" kern="1200" dirty="0" smtClean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10.28-12.17</a:t>
                      </a:r>
                      <a:r>
                        <a:rPr lang="zh-CN" altLang="en-US" sz="1100" u="none" strike="noStrike" kern="1200" dirty="0" smtClean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）</a:t>
                      </a:r>
                      <a:endParaRPr lang="zh-CN" altLang="en-US" sz="1100" b="0" i="0" u="none" strike="noStrike" kern="12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  <a:ea typeface="+mn-ea"/>
                        <a:cs typeface="+mn-cs"/>
                      </a:endParaRPr>
                    </a:p>
                  </a:txBody>
                  <a:tcPr marL="7924" marR="7924" marT="7924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924" marR="7924" marT="79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924" marR="7924" marT="79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8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600525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长园集团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19.65%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002110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三钢闽光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25.23%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002155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辰州矿业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96.55%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002129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中环股份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58.26%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</a:tr>
              <a:tr h="2408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600329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中新药业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17.60%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600503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华丽家族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19.44%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000970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中科三环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72.75%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002230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科大讯飞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46.39%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</a:tr>
              <a:tr h="2408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002340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格林美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16.52%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600496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精工钢构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19.35%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600459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贵研铂业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57.03%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600496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精工钢构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42.37%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</a:tr>
              <a:tr h="2408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002037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久联发展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14.87%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000584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友利控股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17.56%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000762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西藏矿业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55.16%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002241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歌尔声学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35.73%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</a:tr>
              <a:tr h="2408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002216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三全食品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14.39%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002244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滨江集团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16.03%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600295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鄂尔多斯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51.86%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002121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科陆电子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34.94%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</a:tr>
              <a:tr h="2408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000537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广宇发展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13.89%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600553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太行水泥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11.71%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002161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远 望 谷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47.44%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002212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南洋股份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33.56%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</a:tr>
              <a:tr h="2408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002064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华峰氨纶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12.80%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000996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中国中期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11.64%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002232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启明信息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43.48%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600475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华光股份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26.07%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</a:tr>
              <a:tr h="2408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002212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南洋股份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12.73%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002129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中环股份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11.08%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002179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中航光电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39.26%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002161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远 望 谷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25.80%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</a:tr>
              <a:tr h="2408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600192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长城电工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10.85%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600725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云维股份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10.74%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600523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贵航股份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38.12%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000970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中科三环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25.13%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</a:tr>
              <a:tr h="2408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002200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绿 大 地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9.52%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600086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东方金钰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10.41%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002152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广电运通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35.95%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000859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国风塑业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22.38%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</a:tr>
              <a:tr h="2408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600576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万好万家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7.62%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600973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宝胜股份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10.41%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600475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华光股份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29.15%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002037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久联发展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20.13%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</a:tr>
              <a:tr h="2408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002161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远 望 谷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7.58%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000554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泰山石油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10.29%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002230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科大讯飞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28.99%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002233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塔牌集团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18.90%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</a:tr>
              <a:tr h="2408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002121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科陆电子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7.50%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600388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龙净环保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7.58%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002241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歌尔声学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28.98%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002042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华孚色纺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18.61%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</a:tr>
              <a:tr h="2408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600595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中孚实业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6.67%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600176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中国玻纤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7.49%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002109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兴化股份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27.56%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002104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恒宝股份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17.08%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</a:tr>
              <a:tr h="2408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600801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华新水泥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6.57%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600206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有研硅股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5.82%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002092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中泰化学</a:t>
                      </a:r>
                      <a:endParaRPr lang="zh-CN" altLang="en-US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27.38%</a:t>
                      </a:r>
                      <a:endParaRPr lang="en-US" altLang="zh-CN" sz="1100" b="0" i="0" u="none" strike="noStrike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600973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宝胜股份</a:t>
                      </a:r>
                      <a:endParaRPr lang="zh-CN" altLang="en-US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16.12%</a:t>
                      </a:r>
                      <a:endParaRPr lang="en-US" altLang="zh-CN" sz="1100" b="0" i="0" u="none" strike="noStrike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微软雅黑"/>
                      </a:endParaRPr>
                    </a:p>
                  </a:txBody>
                  <a:tcPr marL="7924" marR="7924" marT="7924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3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传统选</a:t>
            </a:r>
            <a:r>
              <a:rPr lang="zh-CN" altLang="en-US" dirty="0"/>
              <a:t>股</a:t>
            </a:r>
            <a:r>
              <a:rPr lang="zh-CN" altLang="en-US" dirty="0" smtClean="0"/>
              <a:t>策略：优缺点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097280" y="1845734"/>
            <a:ext cx="4937760" cy="40233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— </a:t>
            </a:r>
            <a:r>
              <a:rPr lang="zh-CN" altLang="en-US" dirty="0" smtClean="0"/>
              <a:t>优点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）财务因子居多，易于建模（实证会计）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）与传统投资理念兼容，易于理解</a:t>
            </a:r>
            <a:endParaRPr lang="en-US" altLang="zh-CN" dirty="0" smtClean="0"/>
          </a:p>
          <a:p>
            <a:r>
              <a:rPr lang="en-US" altLang="zh-CN" dirty="0" smtClean="0"/>
              <a:t>— </a:t>
            </a:r>
            <a:r>
              <a:rPr lang="zh-CN" altLang="en-US" dirty="0" smtClean="0"/>
              <a:t>缺点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）源于风险补偿，需要因子择时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）面对单一做空标的，具有较为显著的不可分散化的、不可对冲的</a:t>
            </a:r>
            <a:r>
              <a:rPr lang="zh-CN" altLang="en-US" b="1" dirty="0" smtClean="0">
                <a:solidFill>
                  <a:srgbClr val="FF0000"/>
                </a:solidFill>
              </a:rPr>
              <a:t>系统定价偏差</a:t>
            </a:r>
            <a:r>
              <a:rPr lang="zh-CN" altLang="en-US" dirty="0" smtClean="0"/>
              <a:t>，易产生回撤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）整体持仓，没有固定的进场和出场时间（只有滚动调仓时间）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）基于实证模型，中国股市时间较短</a:t>
            </a:r>
            <a:endParaRPr lang="en-US" altLang="zh-CN" dirty="0"/>
          </a:p>
          <a:p>
            <a:endParaRPr lang="en-US" altLang="zh-CN" dirty="0" smtClean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126480" y="1877124"/>
            <a:ext cx="5835783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smtClean="0"/>
              <a:t>— </a:t>
            </a:r>
            <a:r>
              <a:rPr lang="zh-CN" altLang="en-US" dirty="0" smtClean="0"/>
              <a:t>由于做空标的单一，回撤主要源于系统定价偏差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— </a:t>
            </a:r>
            <a:r>
              <a:rPr lang="zh-CN" altLang="en-US" dirty="0" smtClean="0"/>
              <a:t>处理方法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）行业中性（解决行业偏差）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）金融权重标配（部分解决风格偏差）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）指数期货择时（解决指数上行时的回撤）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）多风格策略储备（需要主动管理）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</a:t>
            </a:r>
            <a:r>
              <a:rPr lang="en-US" altLang="zh-CN" dirty="0" smtClean="0"/>
              <a:t>alpha</a:t>
            </a:r>
            <a:r>
              <a:rPr lang="zh-CN" altLang="en-US" dirty="0" smtClean="0"/>
              <a:t>仓位管理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6</a:t>
            </a:r>
            <a:r>
              <a:rPr lang="zh-CN" altLang="en-US" dirty="0" smtClean="0"/>
              <a:t>）与主动投资相结合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7</a:t>
            </a:r>
            <a:r>
              <a:rPr lang="zh-CN" altLang="en-US" dirty="0" smtClean="0"/>
              <a:t>）采用非传统选股策略（事件性</a:t>
            </a:r>
            <a:r>
              <a:rPr lang="en-US" altLang="zh-CN" dirty="0" smtClean="0"/>
              <a:t>Alpha</a:t>
            </a:r>
            <a:r>
              <a:rPr lang="zh-CN" altLang="en-US" dirty="0" smtClean="0"/>
              <a:t>策略）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0057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非传统选股策略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— </a:t>
            </a:r>
            <a:r>
              <a:rPr lang="zh-CN" altLang="en-US" dirty="0" smtClean="0"/>
              <a:t>基于非传统金融学理论：如行为，信息</a:t>
            </a:r>
            <a:endParaRPr lang="en-US" altLang="zh-CN" dirty="0" smtClean="0"/>
          </a:p>
          <a:p>
            <a:r>
              <a:rPr lang="en-US" altLang="zh-CN" dirty="0" smtClean="0"/>
              <a:t>— </a:t>
            </a:r>
            <a:r>
              <a:rPr lang="zh-CN" altLang="en-US" dirty="0" smtClean="0"/>
              <a:t>具有风险补偿特性的非传统金融学代理变量：如信息风险因子，意见分歧</a:t>
            </a:r>
            <a:endParaRPr lang="en-US" altLang="zh-CN" dirty="0" smtClean="0"/>
          </a:p>
          <a:p>
            <a:r>
              <a:rPr lang="en-US" altLang="zh-CN" dirty="0" smtClean="0"/>
              <a:t>— </a:t>
            </a:r>
            <a:r>
              <a:rPr lang="zh-CN" altLang="en-US" dirty="0" smtClean="0"/>
              <a:t>可量化的行为变量：如分析师预测调整行为</a:t>
            </a:r>
            <a:endParaRPr lang="en-US" altLang="zh-CN" dirty="0" smtClean="0"/>
          </a:p>
          <a:p>
            <a:r>
              <a:rPr lang="en-US" altLang="zh-CN" dirty="0" smtClean="0"/>
              <a:t>— </a:t>
            </a:r>
            <a:r>
              <a:rPr lang="zh-CN" altLang="en-US" dirty="0" smtClean="0"/>
              <a:t>事件性交易策略：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）具有固定的投资窗口（进场、出场时点）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）从逻辑上，避免了对于定价偏差（风格、行业）的过度利用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）基于信息传播（渐进信息流）和投资者行为（反应不足），收益率较高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）具有理论基础，弥补了实证数据年限过短这一天然不足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72081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非传统投资策略举例：</a:t>
            </a:r>
            <a:r>
              <a:rPr lang="en-US" altLang="zh-CN" dirty="0" smtClean="0"/>
              <a:t>PEAD</a:t>
            </a:r>
            <a:r>
              <a:rPr lang="zh-CN" altLang="en-US" dirty="0" smtClean="0"/>
              <a:t>策略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2847704"/>
            <a:ext cx="5947954" cy="3021390"/>
          </a:xfrm>
        </p:spPr>
        <p:txBody>
          <a:bodyPr/>
          <a:lstStyle/>
          <a:p>
            <a:r>
              <a:rPr lang="en-US" altLang="zh-CN" dirty="0" smtClean="0"/>
              <a:t>— Bernard </a:t>
            </a:r>
            <a:r>
              <a:rPr lang="en-US" altLang="zh-CN" dirty="0"/>
              <a:t>&amp; Thomas</a:t>
            </a:r>
            <a:r>
              <a:rPr lang="zh-CN" altLang="zh-CN" dirty="0"/>
              <a:t>（</a:t>
            </a:r>
            <a:r>
              <a:rPr lang="en-US" altLang="zh-CN" dirty="0"/>
              <a:t>1989</a:t>
            </a:r>
            <a:r>
              <a:rPr lang="zh-CN" altLang="zh-CN" dirty="0" smtClean="0"/>
              <a:t>）研究</a:t>
            </a:r>
            <a:r>
              <a:rPr lang="zh-CN" altLang="zh-CN" dirty="0"/>
              <a:t>发现，根据美国股市</a:t>
            </a:r>
            <a:r>
              <a:rPr lang="en-US" altLang="zh-CN" dirty="0"/>
              <a:t>1974-1986</a:t>
            </a:r>
            <a:r>
              <a:rPr lang="zh-CN" altLang="zh-CN" dirty="0"/>
              <a:t>年的数据，如果构建一个配对交易策略，在买入盈余惊喜较高的公司同时卖空盈余惊喜较低的公司，持有</a:t>
            </a:r>
            <a:r>
              <a:rPr lang="en-US" altLang="zh-CN" dirty="0"/>
              <a:t>60</a:t>
            </a:r>
            <a:r>
              <a:rPr lang="zh-CN" altLang="zh-CN" dirty="0"/>
              <a:t>天、剔除规模因子，可以获取</a:t>
            </a:r>
            <a:r>
              <a:rPr lang="en-US" altLang="zh-CN" dirty="0"/>
              <a:t>4.2%</a:t>
            </a:r>
            <a:r>
              <a:rPr lang="zh-CN" altLang="zh-CN" dirty="0"/>
              <a:t>的异常</a:t>
            </a:r>
            <a:r>
              <a:rPr lang="zh-CN" altLang="zh-CN" dirty="0" smtClean="0"/>
              <a:t>收益</a:t>
            </a:r>
            <a:r>
              <a:rPr lang="zh-CN" altLang="en-US" dirty="0" smtClean="0"/>
              <a:t>。</a:t>
            </a:r>
            <a:r>
              <a:rPr lang="zh-CN" altLang="zh-CN" dirty="0" smtClean="0"/>
              <a:t>并且</a:t>
            </a:r>
            <a:r>
              <a:rPr lang="zh-CN" altLang="zh-CN" dirty="0"/>
              <a:t>他们还发现，这样一种异常收益的漂移可以持续近</a:t>
            </a:r>
            <a:r>
              <a:rPr lang="en-US" altLang="zh-CN" dirty="0"/>
              <a:t>240</a:t>
            </a:r>
            <a:r>
              <a:rPr lang="zh-CN" altLang="zh-CN" dirty="0"/>
              <a:t>个交易日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512" y="2861220"/>
            <a:ext cx="4036060" cy="242443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5" name="内容占位符 2"/>
          <p:cNvSpPr txBox="1">
            <a:spLocks/>
          </p:cNvSpPr>
          <p:nvPr/>
        </p:nvSpPr>
        <p:spPr>
          <a:xfrm>
            <a:off x="1221558" y="1993779"/>
            <a:ext cx="9934122" cy="1076446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— </a:t>
            </a:r>
            <a:r>
              <a:rPr lang="zh-CN" altLang="zh-CN" dirty="0" smtClean="0"/>
              <a:t>盈余公告后漂移（</a:t>
            </a:r>
            <a:r>
              <a:rPr lang="en-US" altLang="zh-CN" dirty="0" smtClean="0"/>
              <a:t>Post Earnings Announcement Drift, PEAD</a:t>
            </a:r>
            <a:r>
              <a:rPr lang="zh-CN" altLang="zh-CN" dirty="0" smtClean="0"/>
              <a:t>）</a:t>
            </a:r>
            <a:r>
              <a:rPr lang="zh-CN" altLang="en-US" dirty="0" smtClean="0"/>
              <a:t>：</a:t>
            </a:r>
            <a:r>
              <a:rPr lang="zh-CN" altLang="zh-CN" dirty="0" smtClean="0"/>
              <a:t>在盈余公告之后，股票价格会按照盈余变动的相同方向变动一段时间，这种股价的漂移（</a:t>
            </a:r>
            <a:r>
              <a:rPr lang="en-US" altLang="zh-CN" dirty="0" smtClean="0"/>
              <a:t>drift</a:t>
            </a:r>
            <a:r>
              <a:rPr lang="zh-CN" altLang="zh-CN" dirty="0" smtClean="0"/>
              <a:t>）被称为</a:t>
            </a:r>
            <a:r>
              <a:rPr lang="en-US" altLang="zh-CN" dirty="0" smtClean="0"/>
              <a:t>PEAD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0" indent="0">
              <a:buFont typeface="Calibri" panose="020F0502020204030204" pitchFamily="34" charset="0"/>
              <a:buNone/>
            </a:pPr>
            <a:r>
              <a:rPr lang="en-US" altLang="zh-CN" dirty="0" smtClean="0"/>
              <a:t>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6529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PEAD</a:t>
            </a:r>
            <a:r>
              <a:rPr lang="zh-CN" altLang="en-US" dirty="0" smtClean="0"/>
              <a:t>策略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79" y="1845734"/>
            <a:ext cx="9771017" cy="1393855"/>
          </a:xfrm>
        </p:spPr>
        <p:txBody>
          <a:bodyPr/>
          <a:lstStyle/>
          <a:p>
            <a:r>
              <a:rPr lang="en-US" altLang="zh-CN" dirty="0" smtClean="0"/>
              <a:t>— </a:t>
            </a:r>
            <a:r>
              <a:rPr lang="zh-CN" altLang="en-US" dirty="0" smtClean="0"/>
              <a:t>进入新世纪以后，</a:t>
            </a:r>
            <a:r>
              <a:rPr lang="en-US" altLang="zh-CN" dirty="0" smtClean="0"/>
              <a:t>PEAD</a:t>
            </a:r>
            <a:r>
              <a:rPr lang="zh-CN" altLang="en-US" dirty="0" smtClean="0"/>
              <a:t>在美国依然显著存在</a:t>
            </a:r>
            <a:endParaRPr lang="en-US" altLang="zh-CN" dirty="0" smtClean="0"/>
          </a:p>
          <a:p>
            <a:r>
              <a:rPr lang="en-US" altLang="zh-CN" dirty="0" smtClean="0"/>
              <a:t>— PEAD</a:t>
            </a:r>
            <a:r>
              <a:rPr lang="zh-CN" altLang="en-US" dirty="0" smtClean="0"/>
              <a:t>在全世界各国市场均被证明显著存在</a:t>
            </a:r>
            <a:endParaRPr lang="en-US" altLang="zh-CN" dirty="0" smtClean="0"/>
          </a:p>
          <a:p>
            <a:r>
              <a:rPr lang="en-US" altLang="zh-CN" dirty="0" smtClean="0"/>
              <a:t>— PEAD</a:t>
            </a:r>
            <a:r>
              <a:rPr lang="zh-CN" altLang="en-US" dirty="0" smtClean="0"/>
              <a:t>在中国也被证明存在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/>
              <p:cNvSpPr txBox="1">
                <a:spLocks/>
              </p:cNvSpPr>
              <p:nvPr/>
            </p:nvSpPr>
            <p:spPr>
              <a:xfrm>
                <a:off x="1097280" y="3469883"/>
                <a:ext cx="5199017" cy="2704494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 fontScale="92500" lnSpcReduction="20000"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𝑃𝐸𝐴𝐷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eqArr>
                          <m:eqArr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𝑈𝐸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ize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𝑀𝑜𝑚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altLang="zh-CN" dirty="0" smtClean="0"/>
              </a:p>
              <a:p>
                <a:r>
                  <a:rPr lang="en-US" altLang="zh-CN" dirty="0" smtClean="0"/>
                  <a:t>UE</a:t>
                </a:r>
                <a:r>
                  <a:rPr lang="zh-CN" altLang="en-US" dirty="0" smtClean="0"/>
                  <a:t>：盈余惊喜（排序）</a:t>
                </a:r>
                <a:endParaRPr lang="en-US" altLang="zh-CN" dirty="0" smtClean="0"/>
              </a:p>
              <a:p>
                <a:r>
                  <a:rPr lang="en-US" altLang="zh-CN" dirty="0" smtClean="0"/>
                  <a:t>Size</a:t>
                </a:r>
                <a:r>
                  <a:rPr lang="zh-CN" altLang="en-US" dirty="0" smtClean="0"/>
                  <a:t>：规模因子（排序）</a:t>
                </a:r>
                <a:endParaRPr lang="en-US" altLang="zh-CN" dirty="0" smtClean="0"/>
              </a:p>
              <a:p>
                <a:r>
                  <a:rPr lang="en-US" altLang="zh-CN" dirty="0" smtClean="0"/>
                  <a:t>Mom</a:t>
                </a:r>
                <a:r>
                  <a:rPr lang="zh-CN" altLang="en-US" dirty="0" smtClean="0"/>
                  <a:t>：动量因子（排序）</a:t>
                </a:r>
                <a:endParaRPr lang="en-US" altLang="zh-CN" dirty="0" smtClean="0"/>
              </a:p>
              <a:p>
                <a:r>
                  <a:rPr lang="en-US" altLang="zh-CN" dirty="0" smtClean="0"/>
                  <a:t>— 130-30</a:t>
                </a:r>
                <a:r>
                  <a:rPr lang="zh-CN" altLang="en-US" dirty="0" smtClean="0"/>
                  <a:t>策略</a:t>
                </a:r>
                <a:endParaRPr lang="en-US" altLang="zh-CN" dirty="0" smtClean="0"/>
              </a:p>
              <a:p>
                <a:r>
                  <a:rPr lang="en-US" altLang="zh-CN" dirty="0" smtClean="0"/>
                  <a:t>— </a:t>
                </a:r>
                <a:r>
                  <a:rPr lang="zh-CN" altLang="en-US" dirty="0" smtClean="0"/>
                  <a:t>在财报公告日后第二天买入，持有</a:t>
                </a:r>
                <a:r>
                  <a:rPr lang="en-US" altLang="zh-CN" dirty="0" smtClean="0"/>
                  <a:t>60</a:t>
                </a:r>
                <a:r>
                  <a:rPr lang="zh-CN" altLang="en-US" dirty="0" smtClean="0"/>
                  <a:t>天</a:t>
                </a:r>
                <a:endParaRPr lang="en-US" altLang="zh-CN" dirty="0" smtClean="0"/>
              </a:p>
              <a:p>
                <a:r>
                  <a:rPr lang="en-US" altLang="zh-CN" dirty="0" smtClean="0"/>
                  <a:t>— </a:t>
                </a:r>
                <a:r>
                  <a:rPr lang="zh-CN" altLang="en-US" dirty="0" smtClean="0"/>
                  <a:t>每年均取得正收益，</a:t>
                </a:r>
                <a:r>
                  <a:rPr lang="en-US" altLang="zh-CN" b="1" dirty="0" smtClean="0">
                    <a:solidFill>
                      <a:srgbClr val="FF0000"/>
                    </a:solidFill>
                  </a:rPr>
                  <a:t>4</a:t>
                </a:r>
                <a:r>
                  <a:rPr lang="zh-CN" altLang="en-US" b="1" dirty="0" smtClean="0">
                    <a:solidFill>
                      <a:srgbClr val="FF0000"/>
                    </a:solidFill>
                  </a:rPr>
                  <a:t>年复合收益率</a:t>
                </a:r>
                <a:r>
                  <a:rPr lang="en-US" altLang="zh-CN" b="1" dirty="0" smtClean="0">
                    <a:solidFill>
                      <a:srgbClr val="FF0000"/>
                    </a:solidFill>
                  </a:rPr>
                  <a:t>91.5%</a:t>
                </a:r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3469883"/>
                <a:ext cx="5199017" cy="2704494"/>
              </a:xfrm>
              <a:prstGeom prst="rect">
                <a:avLst/>
              </a:prstGeom>
              <a:blipFill rotWithShape="0">
                <a:blip r:embed="rId2"/>
                <a:stretch>
                  <a:fillRect l="-2814" t="-2477" b="-4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内容占位符 2"/>
          <p:cNvSpPr txBox="1">
            <a:spLocks/>
          </p:cNvSpPr>
          <p:nvPr/>
        </p:nvSpPr>
        <p:spPr>
          <a:xfrm>
            <a:off x="6492240" y="1845734"/>
            <a:ext cx="5016137" cy="23039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026124"/>
              </p:ext>
            </p:extLst>
          </p:nvPr>
        </p:nvGraphicFramePr>
        <p:xfrm>
          <a:off x="6679474" y="3107745"/>
          <a:ext cx="4476206" cy="250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9017"/>
                <a:gridCol w="1159017"/>
                <a:gridCol w="1079086"/>
                <a:gridCol w="1079086"/>
              </a:tblGrid>
              <a:tr h="3130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20100630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20100930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20101231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20110331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130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17.95%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-2.52%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0.63%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2.10%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130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20110630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20110930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20111231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20120331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130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-4.96%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-5.50%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10.31%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4.54%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130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20120630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20120930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20121231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20130331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130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-0.34%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2.34%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11.36%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16.24%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130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20130630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20130930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20131231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20140331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130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5.06%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9.73%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2.83%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-0.07%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036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PEAD</a:t>
            </a:r>
            <a:r>
              <a:rPr lang="zh-CN" altLang="en-US" dirty="0" smtClean="0"/>
              <a:t>策略：复杂形式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36616" y="1845734"/>
            <a:ext cx="9919063" cy="4023360"/>
          </a:xfrm>
        </p:spPr>
        <p:txBody>
          <a:bodyPr/>
          <a:lstStyle/>
          <a:p>
            <a:r>
              <a:rPr lang="zh-CN" altLang="en-US" sz="2400" dirty="0"/>
              <a:t>影响因素：事件性</a:t>
            </a:r>
            <a:r>
              <a:rPr lang="en-US" altLang="zh-CN" sz="2400" dirty="0"/>
              <a:t>alpha</a:t>
            </a:r>
            <a:r>
              <a:rPr lang="zh-CN" altLang="en-US" sz="2400" dirty="0"/>
              <a:t>因子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dirty="0"/>
              <a:t>—— </a:t>
            </a:r>
            <a:r>
              <a:rPr lang="zh-CN" altLang="en-US" dirty="0"/>
              <a:t>是否可做空（</a:t>
            </a:r>
            <a:r>
              <a:rPr lang="en-US" altLang="zh-CN" dirty="0"/>
              <a:t>-</a:t>
            </a:r>
            <a:r>
              <a:rPr lang="zh-CN" altLang="en-US" dirty="0"/>
              <a:t>）：代理变量为做空比率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—— </a:t>
            </a:r>
            <a:r>
              <a:rPr lang="zh-CN" altLang="en-US" dirty="0"/>
              <a:t>异质信念（</a:t>
            </a:r>
            <a:r>
              <a:rPr lang="en-US" altLang="zh-CN" dirty="0"/>
              <a:t>+</a:t>
            </a:r>
            <a:r>
              <a:rPr lang="zh-CN" altLang="en-US" dirty="0"/>
              <a:t>）：代理变量为未预期成交量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—— </a:t>
            </a:r>
            <a:r>
              <a:rPr lang="zh-CN" altLang="en-US" dirty="0"/>
              <a:t>信息不确定性（</a:t>
            </a:r>
            <a:r>
              <a:rPr lang="en-US" altLang="zh-CN" dirty="0"/>
              <a:t>+</a:t>
            </a:r>
            <a:r>
              <a:rPr lang="zh-CN" altLang="en-US" dirty="0"/>
              <a:t>）：会计不确定性，规模，分析师覆盖度，分析师预测偏差，特质风险，盈余波动率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—— </a:t>
            </a:r>
            <a:r>
              <a:rPr lang="zh-CN" altLang="en-US" dirty="0"/>
              <a:t>分析师行为：预测（推荐）调整，分析师从业年限，首次评级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98481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PEAD</a:t>
            </a:r>
            <a:r>
              <a:rPr lang="zh-CN" altLang="en-US" dirty="0" smtClean="0"/>
              <a:t>策略：复杂形式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96293" y="2408222"/>
                <a:ext cx="5585988" cy="346087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eqArr>
                          <m:eqArr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𝑆𝑈𝐸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𝑅𝑒𝑐h𝑔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𝑅𝑒𝑣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𝑅𝑒𝑣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𝑆𝑈𝐸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𝑈𝑛𝑐𝑒𝑟𝑡𝑎𝑖𝑛𝑡𝑦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𝑅𝑒𝑣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𝑆𝑈𝐸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𝑈𝑛𝑐𝑒𝑟𝑡𝑎𝑖𝑛𝑡𝑦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CN" altLang="zh-CN" dirty="0"/>
              </a:p>
              <a:p>
                <a:endParaRPr lang="en-US" altLang="zh-CN" dirty="0" smtClean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6293" y="2408222"/>
                <a:ext cx="5585988" cy="3460871"/>
              </a:xfrm>
              <a:blipFill rotWithShape="0">
                <a:blip r:embed="rId2"/>
                <a:stretch>
                  <a:fillRect l="-437" r="-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490" y="1927534"/>
            <a:ext cx="5243327" cy="456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7950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PEAD</a:t>
            </a:r>
            <a:r>
              <a:rPr lang="zh-CN" altLang="en-US" dirty="0" smtClean="0"/>
              <a:t>策略：衍生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36616" y="1845734"/>
            <a:ext cx="9919063" cy="4023360"/>
          </a:xfrm>
        </p:spPr>
        <p:txBody>
          <a:bodyPr>
            <a:normAutofit lnSpcReduction="10000"/>
          </a:bodyPr>
          <a:lstStyle/>
          <a:p>
            <a:r>
              <a:rPr lang="zh-CN" altLang="en-US" sz="2800" dirty="0"/>
              <a:t>注意事项：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400" dirty="0"/>
              <a:t>—— </a:t>
            </a:r>
            <a:r>
              <a:rPr lang="zh-CN" altLang="en-US" sz="2400" dirty="0"/>
              <a:t>窗口期的确定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—— </a:t>
            </a:r>
            <a:r>
              <a:rPr lang="zh-CN" altLang="en-US" sz="2400" dirty="0"/>
              <a:t>后见之明：</a:t>
            </a:r>
            <a:r>
              <a:rPr lang="en-US" altLang="zh-CN" sz="2400" dirty="0"/>
              <a:t>hindsight bias</a:t>
            </a:r>
          </a:p>
          <a:p>
            <a:pPr marL="0" indent="0">
              <a:buNone/>
            </a:pPr>
            <a:r>
              <a:rPr lang="en-US" altLang="zh-CN" sz="2400" dirty="0"/>
              <a:t>—— </a:t>
            </a:r>
            <a:r>
              <a:rPr lang="zh-CN" altLang="en-US" sz="2400" dirty="0"/>
              <a:t>一季报最显著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衍生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400" dirty="0"/>
              <a:t>—— </a:t>
            </a:r>
            <a:r>
              <a:rPr lang="zh-CN" altLang="en-US" sz="2400" dirty="0"/>
              <a:t>行业新闻性的交易：动量交易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—— </a:t>
            </a:r>
            <a:r>
              <a:rPr lang="zh-CN" altLang="en-US" sz="2400" dirty="0"/>
              <a:t>订单驱动，成本驱动，并购等事件驱动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352752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ATM</a:t>
            </a:r>
            <a:r>
              <a:rPr lang="zh-CN" altLang="en-US" dirty="0" smtClean="0"/>
              <a:t>择时策略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/>
              <a:t>利用原始的</a:t>
            </a:r>
            <a:r>
              <a:rPr lang="en-US" altLang="zh-CN" dirty="0"/>
              <a:t>K</a:t>
            </a:r>
            <a:r>
              <a:rPr lang="zh-CN" altLang="zh-CN" dirty="0"/>
              <a:t>线交易系统，结合技术分析经验，发出“初始信号”；</a:t>
            </a:r>
          </a:p>
          <a:p>
            <a:pPr lvl="0"/>
            <a:r>
              <a:rPr lang="zh-CN" altLang="zh-CN" dirty="0"/>
              <a:t>在行为金融学研究领域，净交易量（股数）数据，是投资者情绪的市场观测变量；研究表明，与散户投资者反向投资，或与机构投资者同方向投资，均能获得较好的收益。上证</a:t>
            </a:r>
            <a:r>
              <a:rPr lang="en-US" altLang="zh-CN" dirty="0"/>
              <a:t>BBD</a:t>
            </a:r>
            <a:r>
              <a:rPr lang="zh-CN" altLang="zh-CN" dirty="0"/>
              <a:t>数据，即大单净差数据，较好地反映了</a:t>
            </a:r>
            <a:r>
              <a:rPr lang="en-US" altLang="zh-CN" dirty="0"/>
              <a:t>A</a:t>
            </a:r>
            <a:r>
              <a:rPr lang="zh-CN" altLang="zh-CN" dirty="0"/>
              <a:t>股机构投资者情绪。采用算法，将</a:t>
            </a:r>
            <a:r>
              <a:rPr lang="en-US" altLang="zh-CN" dirty="0"/>
              <a:t>BBD</a:t>
            </a:r>
            <a:r>
              <a:rPr lang="zh-CN" altLang="zh-CN" dirty="0"/>
              <a:t>数据作为机构投资者情绪的代理变量，构建交易模块，发出“</a:t>
            </a:r>
            <a:r>
              <a:rPr lang="en-US" altLang="zh-CN" dirty="0"/>
              <a:t>BBD</a:t>
            </a:r>
            <a:r>
              <a:rPr lang="zh-CN" altLang="zh-CN" dirty="0"/>
              <a:t>信号”；</a:t>
            </a:r>
          </a:p>
          <a:p>
            <a:pPr lvl="0"/>
            <a:r>
              <a:rPr lang="zh-CN" altLang="zh-CN" dirty="0"/>
              <a:t>在“初始信号”和“</a:t>
            </a:r>
            <a:r>
              <a:rPr lang="en-US" altLang="zh-CN" dirty="0"/>
              <a:t>BBD</a:t>
            </a:r>
            <a:r>
              <a:rPr lang="zh-CN" altLang="zh-CN" dirty="0"/>
              <a:t>信号”的基础上，加上其他参数，对信号做出</a:t>
            </a:r>
            <a:r>
              <a:rPr lang="en-US" altLang="zh-CN" dirty="0"/>
              <a:t>13</a:t>
            </a:r>
            <a:r>
              <a:rPr lang="zh-CN" altLang="zh-CN" dirty="0"/>
              <a:t>步修正，得出最终交易信号，买入</a:t>
            </a:r>
            <a:r>
              <a:rPr lang="en-US" altLang="zh-CN" dirty="0"/>
              <a:t>/</a:t>
            </a:r>
            <a:r>
              <a:rPr lang="zh-CN" altLang="zh-CN" dirty="0"/>
              <a:t>持有输出值</a:t>
            </a:r>
            <a:r>
              <a:rPr lang="en-US" altLang="zh-CN" dirty="0"/>
              <a:t>=1</a:t>
            </a:r>
            <a:r>
              <a:rPr lang="zh-CN" altLang="zh-CN" dirty="0"/>
              <a:t>，卖出</a:t>
            </a:r>
            <a:r>
              <a:rPr lang="en-US" altLang="zh-CN" dirty="0"/>
              <a:t>/</a:t>
            </a:r>
            <a:r>
              <a:rPr lang="zh-CN" altLang="zh-CN" dirty="0"/>
              <a:t>空仓输出值</a:t>
            </a:r>
            <a:r>
              <a:rPr lang="en-US" altLang="zh-CN" dirty="0"/>
              <a:t>=0</a:t>
            </a:r>
            <a:r>
              <a:rPr lang="zh-CN" altLang="zh-CN" dirty="0"/>
              <a:t>：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44798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176555"/>
              </p:ext>
            </p:extLst>
          </p:nvPr>
        </p:nvGraphicFramePr>
        <p:xfrm>
          <a:off x="348344" y="496385"/>
          <a:ext cx="5547361" cy="5476081"/>
        </p:xfrm>
        <a:graphic>
          <a:graphicData uri="http://schemas.openxmlformats.org/drawingml/2006/table">
            <a:tbl>
              <a:tblPr firstRow="1" firstCol="1" bandRow="1"/>
              <a:tblGrid>
                <a:gridCol w="1503503"/>
                <a:gridCol w="658487"/>
                <a:gridCol w="1503503"/>
                <a:gridCol w="1503503"/>
                <a:gridCol w="378365"/>
              </a:tblGrid>
              <a:tr h="338433">
                <a:tc>
                  <a:txBody>
                    <a:bodyPr/>
                    <a:lstStyle/>
                    <a:p>
                      <a:endParaRPr lang="zh-CN" sz="5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533" marR="36533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BBD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信号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初始信号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其他条件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最终信号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217"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上升期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日信号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43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日信号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T-1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日上证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股指数变动幅度在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-0.8%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到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0.85%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之间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2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其他情况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2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日信号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=0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217"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下跌期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日信号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=0.9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43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T-1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日信号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=0.9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，且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T-2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日信号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=0.9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50ETF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合约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日涨幅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&gt;0.3%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43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T-1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日信号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=0.8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，且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T-2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日信号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&lt;&gt;0.8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3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日信号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=0.8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217"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波动期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日信号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=0.5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值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&gt;-0.1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2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T-1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日信号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=0.5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值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&lt;-0.03 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且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&gt;-0.08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692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T-2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日信号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=0.5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值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&gt;-0.01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692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433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超跌反弹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值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&gt;-0.1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，且上证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股指数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日跌幅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&lt;-5%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；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43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上证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股指数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日跌幅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&lt;-5.5%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076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上证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股指数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日跌幅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&lt;-4%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T-1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日指数处于上升期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日指数处于波动期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38433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突破持有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T-1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日信号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日，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50ETF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合约涨幅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&gt;3%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，且指数已进入上升期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6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T-1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日信号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=1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日，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50ETF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合约涨幅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&gt;0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，收盘价高于</a:t>
                      </a:r>
                      <a:r>
                        <a:rPr lang="en-US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r>
                        <a:rPr lang="zh-CN" sz="6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日均线，且指数已进入上升期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076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  <a:r>
                        <a:rPr lang="zh-CN" sz="6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日，</a:t>
                      </a:r>
                      <a:r>
                        <a:rPr lang="en-US" sz="6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50ETF</a:t>
                      </a:r>
                      <a:r>
                        <a:rPr lang="zh-CN" sz="6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合约涨幅</a:t>
                      </a:r>
                      <a:r>
                        <a:rPr lang="en-US" sz="6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&gt;1.5%</a:t>
                      </a:r>
                      <a:r>
                        <a:rPr lang="zh-CN" sz="6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，且指数已进入上升期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533" marR="365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772607"/>
              </p:ext>
            </p:extLst>
          </p:nvPr>
        </p:nvGraphicFramePr>
        <p:xfrm>
          <a:off x="6505303" y="519611"/>
          <a:ext cx="4258491" cy="4917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2469"/>
                <a:gridCol w="1986022"/>
              </a:tblGrid>
              <a:tr h="27478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u="none" strike="noStrike" dirty="0" smtClean="0">
                          <a:effectLst/>
                        </a:rPr>
                        <a:t>山寨简化版表现数据</a:t>
                      </a:r>
                      <a:endParaRPr lang="en-US" altLang="zh-CN" sz="1100" b="1" u="none" strike="noStrike" dirty="0" smtClean="0">
                        <a:effectLst/>
                      </a:endParaRPr>
                    </a:p>
                    <a:p>
                      <a:pPr algn="l" fontAlgn="b"/>
                      <a:endParaRPr lang="en-US" altLang="zh-CN" sz="900" u="none" strike="noStrike" dirty="0" smtClean="0">
                        <a:effectLst/>
                      </a:endParaRPr>
                    </a:p>
                    <a:p>
                      <a:pPr algn="l" fontAlgn="b"/>
                      <a:r>
                        <a:rPr lang="zh-CN" altLang="en-US" sz="900" u="none" strike="noStrike" dirty="0" smtClean="0">
                          <a:effectLst/>
                        </a:rPr>
                        <a:t>年</a:t>
                      </a:r>
                      <a:r>
                        <a:rPr lang="zh-CN" altLang="en-US" sz="900" u="none" strike="noStrike" dirty="0">
                          <a:effectLst/>
                        </a:rPr>
                        <a:t>化收益率</a:t>
                      </a:r>
                      <a:r>
                        <a:rPr lang="en-US" altLang="zh-CN" sz="900" u="none" strike="noStrike" dirty="0" smtClean="0">
                          <a:effectLst/>
                        </a:rPr>
                        <a:t>(%)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 dirty="0">
                          <a:effectLst/>
                        </a:rPr>
                        <a:t>126.7476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747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u="none" strike="noStrike">
                          <a:effectLst/>
                        </a:rPr>
                        <a:t>交易日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>
                          <a:effectLst/>
                        </a:rPr>
                        <a:t>1657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747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u="none" strike="noStrike">
                          <a:effectLst/>
                        </a:rPr>
                        <a:t>真实交易次数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>
                          <a:effectLst/>
                        </a:rPr>
                        <a:t>756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747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u="none" strike="noStrike">
                          <a:effectLst/>
                        </a:rPr>
                        <a:t>盈利交易日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>
                          <a:effectLst/>
                        </a:rPr>
                        <a:t>955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747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u="none" strike="noStrike" dirty="0">
                          <a:effectLst/>
                        </a:rPr>
                        <a:t>亏损交易日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>
                          <a:effectLst/>
                        </a:rPr>
                        <a:t>702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747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u="none" strike="noStrike">
                          <a:effectLst/>
                        </a:rPr>
                        <a:t>平均盈利</a:t>
                      </a:r>
                      <a:r>
                        <a:rPr lang="en-US" altLang="zh-CN" sz="900" u="none" strike="noStrike">
                          <a:effectLst/>
                        </a:rPr>
                        <a:t>/</a:t>
                      </a:r>
                      <a:r>
                        <a:rPr lang="zh-CN" altLang="en-US" sz="900" u="none" strike="noStrike">
                          <a:effectLst/>
                        </a:rPr>
                        <a:t>平均亏损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>
                          <a:effectLst/>
                        </a:rPr>
                        <a:t>1.0769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747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u="none" strike="noStrike">
                          <a:effectLst/>
                        </a:rPr>
                        <a:t>盈利系数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>
                          <a:effectLst/>
                        </a:rPr>
                        <a:t>1.4651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747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u="none" strike="noStrike">
                          <a:effectLst/>
                        </a:rPr>
                        <a:t>最大连续盈利次数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>
                          <a:effectLst/>
                        </a:rPr>
                        <a:t>13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747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u="none" strike="noStrike">
                          <a:effectLst/>
                        </a:rPr>
                        <a:t>最大连续亏损次数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>
                          <a:effectLst/>
                        </a:rPr>
                        <a:t>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747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u="none" strike="noStrike">
                          <a:effectLst/>
                        </a:rPr>
                        <a:t>最大单笔盈利比</a:t>
                      </a:r>
                      <a:r>
                        <a:rPr lang="en-US" altLang="zh-CN" sz="900" u="none" strike="noStrike">
                          <a:effectLst/>
                        </a:rPr>
                        <a:t>(%)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>
                          <a:effectLst/>
                        </a:rPr>
                        <a:t>9.266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0024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u="none" strike="noStrike">
                          <a:effectLst/>
                        </a:rPr>
                        <a:t>最大单笔亏损比</a:t>
                      </a:r>
                      <a:r>
                        <a:rPr lang="en-US" altLang="zh-CN" sz="900" u="none" strike="noStrike">
                          <a:effectLst/>
                        </a:rPr>
                        <a:t>(%)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>
                          <a:effectLst/>
                        </a:rPr>
                        <a:t>-9.3639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79808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u="none" strike="noStrike" dirty="0">
                          <a:effectLst/>
                        </a:rPr>
                        <a:t>盈利交易平均持仓时间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338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u="none" strike="noStrike">
                          <a:effectLst/>
                        </a:rPr>
                        <a:t>亏损交易平均持仓时间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747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u="none" strike="noStrike">
                          <a:effectLst/>
                        </a:rPr>
                        <a:t>多头交易盈利比例</a:t>
                      </a:r>
                      <a:r>
                        <a:rPr lang="en-US" altLang="zh-CN" sz="900" u="none" strike="noStrike">
                          <a:effectLst/>
                        </a:rPr>
                        <a:t>(%)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>
                          <a:effectLst/>
                        </a:rPr>
                        <a:t>58.4535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747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u="none" strike="noStrike">
                          <a:effectLst/>
                        </a:rPr>
                        <a:t>空头交易盈利比例</a:t>
                      </a:r>
                      <a:r>
                        <a:rPr lang="en-US" altLang="zh-CN" sz="900" u="none" strike="noStrike">
                          <a:effectLst/>
                        </a:rPr>
                        <a:t>(%)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>
                          <a:effectLst/>
                        </a:rPr>
                        <a:t>56.9351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747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u="none" strike="noStrike">
                          <a:effectLst/>
                        </a:rPr>
                        <a:t>最大资本回撤</a:t>
                      </a:r>
                      <a:r>
                        <a:rPr lang="en-US" altLang="zh-CN" sz="900" u="none" strike="noStrike">
                          <a:effectLst/>
                        </a:rPr>
                        <a:t>(%)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 dirty="0">
                          <a:effectLst/>
                        </a:rPr>
                        <a:t>-16.7952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747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u="none" strike="noStrike">
                          <a:effectLst/>
                        </a:rPr>
                        <a:t>日均收益率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900" u="none" strike="noStrike" dirty="0">
                          <a:effectLst/>
                        </a:rPr>
                        <a:t>0.3417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3586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ATM</a:t>
            </a:r>
            <a:r>
              <a:rPr lang="zh-CN" altLang="en-US" dirty="0" smtClean="0"/>
              <a:t>择时策略：只做多不做空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4428493"/>
              </p:ext>
            </p:extLst>
          </p:nvPr>
        </p:nvGraphicFramePr>
        <p:xfrm>
          <a:off x="1514656" y="2042296"/>
          <a:ext cx="3022600" cy="31603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5967"/>
                <a:gridCol w="755967"/>
                <a:gridCol w="755333"/>
                <a:gridCol w="755333"/>
              </a:tblGrid>
              <a:tr h="190500">
                <a:tc>
                  <a:txBody>
                    <a:bodyPr/>
                    <a:lstStyle/>
                    <a:p>
                      <a:endParaRPr lang="zh-CN" sz="10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</a:t>
                      </a:r>
                      <a:r>
                        <a:rPr lang="zh-CN" sz="1200" kern="100" dirty="0">
                          <a:effectLst/>
                        </a:rPr>
                        <a:t>股指数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系统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超额收益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2007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-675.48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772.56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1448.05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</a:tr>
              <a:tr h="3219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2008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-3609.70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1804.86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5414.56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</a:tr>
              <a:tr h="26606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2009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1525.67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1599.68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74.01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</a:tr>
              <a:tr h="26606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2010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-497.22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902.11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1399.33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2011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-129.50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814.76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944.25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累计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-3386.23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5905.96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9292.19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</a:tr>
              <a:tr h="172085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信号胜率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纯多头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70.66%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209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多空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58.50%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612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交易次数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284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10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交易频率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3.29</a:t>
                      </a:r>
                      <a:r>
                        <a:rPr lang="zh-CN" sz="1200" kern="100" dirty="0">
                          <a:effectLst/>
                        </a:rPr>
                        <a:t>天</a:t>
                      </a:r>
                      <a:r>
                        <a:rPr lang="en-US" sz="1200" kern="100" dirty="0">
                          <a:effectLst/>
                        </a:rPr>
                        <a:t>1</a:t>
                      </a:r>
                      <a:r>
                        <a:rPr lang="zh-CN" sz="1200" kern="100" dirty="0">
                          <a:effectLst/>
                        </a:rPr>
                        <a:t>次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097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860" y="2007735"/>
            <a:ext cx="5115877" cy="307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38392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ATM</a:t>
            </a:r>
            <a:r>
              <a:rPr lang="zh-CN" altLang="en-US" dirty="0" smtClean="0"/>
              <a:t>择时策略：多空皆做</a:t>
            </a:r>
            <a:endParaRPr lang="zh-CN" altLang="en-US" dirty="0"/>
          </a:p>
        </p:txBody>
      </p:sp>
      <p:graphicFrame>
        <p:nvGraphicFramePr>
          <p:cNvPr id="6" name="图表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941043"/>
              </p:ext>
            </p:extLst>
          </p:nvPr>
        </p:nvGraphicFramePr>
        <p:xfrm>
          <a:off x="2155372" y="2188027"/>
          <a:ext cx="4585062" cy="33157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769688"/>
              </p:ext>
            </p:extLst>
          </p:nvPr>
        </p:nvGraphicFramePr>
        <p:xfrm>
          <a:off x="7289075" y="2538277"/>
          <a:ext cx="3991474" cy="2743200"/>
        </p:xfrm>
        <a:graphic>
          <a:graphicData uri="http://schemas.openxmlformats.org/drawingml/2006/table">
            <a:tbl>
              <a:tblPr/>
              <a:tblGrid>
                <a:gridCol w="835078"/>
                <a:gridCol w="789099"/>
                <a:gridCol w="789099"/>
                <a:gridCol w="789099"/>
                <a:gridCol w="789099"/>
              </a:tblGrid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uptrend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recur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59.29%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1073.479</a:t>
                      </a:r>
                      <a:endParaRPr lang="en-US" altLang="zh-CN" sz="12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abvband</a:t>
                      </a:r>
                      <a:endParaRPr lang="en-US" sz="12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drop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62.07%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513.465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downside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rev 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81.82%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444.943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bbd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hold0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485.535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cancel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52.261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downside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rev 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344.691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downside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rev 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54.322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cancel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127.065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inband</a:t>
                      </a:r>
                      <a:endParaRPr lang="en-US" sz="12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rev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60.98%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609.889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cancel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83.33%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362.093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downside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&gt;5.5%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88.89%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452.047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uptrend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hold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60.87%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530.847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bbd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hold1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61.11%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487.275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bbd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inband</a:t>
                      </a:r>
                      <a:endParaRPr lang="en-US" sz="12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23.014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bbd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hold2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57.14%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127.518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5790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综合收益率</a:t>
            </a:r>
            <a:r>
              <a:rPr lang="zh-CN" altLang="en-US" dirty="0" smtClean="0"/>
              <a:t>实例</a:t>
            </a:r>
            <a:r>
              <a:rPr lang="zh-CN" altLang="en-US" sz="3600" dirty="0" smtClean="0"/>
              <a:t>（选股</a:t>
            </a:r>
            <a:r>
              <a:rPr lang="en-US" altLang="zh-CN" sz="3600" dirty="0" smtClean="0"/>
              <a:t>+</a:t>
            </a:r>
            <a:r>
              <a:rPr lang="zh-CN" altLang="en-US" sz="3600" dirty="0" smtClean="0"/>
              <a:t>择时）</a:t>
            </a:r>
            <a:r>
              <a:rPr lang="zh-CN" altLang="en-US" dirty="0" smtClean="0"/>
              <a:t>：</a:t>
            </a:r>
            <a:r>
              <a:rPr lang="en-US" altLang="zh-CN" dirty="0" smtClean="0"/>
              <a:t>2013</a:t>
            </a:r>
            <a:r>
              <a:rPr lang="zh-CN" altLang="en-US" dirty="0" smtClean="0"/>
              <a:t>年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515518" y="2068013"/>
          <a:ext cx="2933700" cy="1645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9660"/>
                <a:gridCol w="810260"/>
                <a:gridCol w="1033780"/>
              </a:tblGrid>
              <a:tr h="2000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 dirty="0">
                          <a:effectLst/>
                        </a:rPr>
                        <a:t>主要指标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创新</a:t>
                      </a:r>
                      <a:r>
                        <a:rPr lang="en-US" sz="1200" kern="0">
                          <a:effectLst/>
                        </a:rPr>
                        <a:t>A06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沪深</a:t>
                      </a:r>
                      <a:r>
                        <a:rPr lang="en-US" sz="1200" kern="0">
                          <a:effectLst/>
                        </a:rPr>
                        <a:t>300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000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年化收益率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46.16%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-10.16%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000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区间收益率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30.59%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-6.73%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000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区间日波动率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0.93%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1.38%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000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Sharpe</a:t>
                      </a:r>
                      <a:r>
                        <a:rPr lang="zh-CN" sz="1200" kern="0">
                          <a:effectLst/>
                        </a:rPr>
                        <a:t>比率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2.78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-0.7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000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区间最大回撤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-8.72%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-18.29%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693919" y="198955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200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A06</a:t>
            </a:r>
            <a:r>
              <a:rPr lang="zh-CN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组合的区间收益率为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30.59%</a:t>
            </a:r>
            <a:r>
              <a:rPr lang="zh-CN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，同期沪深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300</a:t>
            </a:r>
            <a:r>
              <a:rPr lang="zh-CN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指数的收益率为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-6.73%</a:t>
            </a:r>
            <a:r>
              <a:rPr lang="zh-CN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；其中，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A06</a:t>
            </a:r>
            <a:r>
              <a:rPr lang="zh-CN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组合所持有的股票组合（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stock</a:t>
            </a:r>
            <a:r>
              <a:rPr lang="zh-CN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）在此期间的收益率为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21.81%</a:t>
            </a:r>
            <a:r>
              <a:rPr lang="zh-CN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，而如果采用逐日完全套保的敞口管理方式，完全套保组合收益率（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alpha</a:t>
            </a:r>
            <a:r>
              <a:rPr lang="zh-CN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）为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23.47%</a:t>
            </a:r>
            <a:r>
              <a:rPr lang="zh-CN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。也就是说，在加入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alpha</a:t>
            </a:r>
            <a:r>
              <a:rPr lang="zh-CN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仓位控制的情形下，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A06</a:t>
            </a:r>
            <a:r>
              <a:rPr lang="zh-CN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组合相对于沪深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300</a:t>
            </a:r>
            <a:r>
              <a:rPr lang="zh-CN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指数的整体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alpha</a:t>
            </a:r>
            <a:r>
              <a:rPr lang="zh-CN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约为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23.47%</a:t>
            </a:r>
            <a:r>
              <a:rPr lang="zh-CN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；而通过择时，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A06</a:t>
            </a:r>
            <a:r>
              <a:rPr lang="zh-CN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组合的收益率又提高了</a:t>
            </a:r>
            <a:r>
              <a:rPr lang="en-US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7.12%</a:t>
            </a:r>
            <a:r>
              <a:rPr lang="zh-CN" altLang="zh-CN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7" name="图片 1"/>
          <p:cNvGraphicFramePr/>
          <p:nvPr/>
        </p:nvGraphicFramePr>
        <p:xfrm>
          <a:off x="4693920" y="3524657"/>
          <a:ext cx="6461760" cy="2543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641933"/>
              </p:ext>
            </p:extLst>
          </p:nvPr>
        </p:nvGraphicFramePr>
        <p:xfrm>
          <a:off x="1531167" y="3964305"/>
          <a:ext cx="2588895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9225"/>
                <a:gridCol w="1169670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组合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区间收益率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A06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30.59%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全套保（</a:t>
                      </a:r>
                      <a:r>
                        <a:rPr lang="en-US" sz="1200" kern="100">
                          <a:effectLst/>
                        </a:rPr>
                        <a:t>alpha</a:t>
                      </a:r>
                      <a:r>
                        <a:rPr lang="zh-CN" sz="1200" kern="100">
                          <a:effectLst/>
                        </a:rPr>
                        <a:t>组合）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23.47%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不套保（股票组合）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21.81%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沪深</a:t>
                      </a:r>
                      <a:r>
                        <a:rPr lang="en-US" sz="1200" kern="100">
                          <a:effectLst/>
                        </a:rPr>
                        <a:t>300</a:t>
                      </a:r>
                      <a:r>
                        <a:rPr lang="zh-CN" sz="1200" kern="100">
                          <a:effectLst/>
                        </a:rPr>
                        <a:t>指数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-6.73%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52948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综合收益率实例：</a:t>
            </a:r>
            <a:r>
              <a:rPr lang="en-US" altLang="zh-CN" dirty="0" smtClean="0"/>
              <a:t>2013</a:t>
            </a:r>
            <a:r>
              <a:rPr lang="zh-CN" altLang="en-US" dirty="0" smtClean="0"/>
              <a:t>年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92182" y="1980843"/>
            <a:ext cx="424107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200" dirty="0"/>
              <a:t>在指数波动时，</a:t>
            </a:r>
            <a:r>
              <a:rPr lang="en-US" altLang="zh-CN" sz="1200" dirty="0"/>
              <a:t>A06</a:t>
            </a:r>
            <a:r>
              <a:rPr lang="zh-CN" altLang="zh-CN" sz="1200" dirty="0"/>
              <a:t>组合仓位始终保持在较低水平，一般在</a:t>
            </a:r>
            <a:r>
              <a:rPr lang="en-US" altLang="zh-CN" sz="1200" dirty="0"/>
              <a:t>0%-30%</a:t>
            </a:r>
            <a:r>
              <a:rPr lang="zh-CN" altLang="zh-CN" sz="1200" dirty="0"/>
              <a:t>之间，只有在指数出现短期反弹时，组合仓位才会相应提高。我们采用的</a:t>
            </a:r>
            <a:r>
              <a:rPr lang="en-US" altLang="zh-CN" sz="1200" dirty="0"/>
              <a:t>ATM</a:t>
            </a:r>
            <a:r>
              <a:rPr lang="zh-CN" altLang="zh-CN" sz="1200" dirty="0"/>
              <a:t>择时策略每日均会发出一个择时信号、对次日的走势做出判断，因此，我们可以很迅速地通过增减期货空头头寸来管理组合的敞口，使得整个组合的风险暴露顺应最新的市场情况。</a:t>
            </a:r>
          </a:p>
          <a:p>
            <a:r>
              <a:rPr lang="en-US" altLang="zh-CN" sz="1200" dirty="0"/>
              <a:t> </a:t>
            </a:r>
            <a:endParaRPr lang="zh-CN" altLang="zh-CN" sz="1200" dirty="0"/>
          </a:p>
          <a:p>
            <a:r>
              <a:rPr lang="zh-CN" altLang="zh-CN" sz="1200" dirty="0"/>
              <a:t>从统计数据来看，</a:t>
            </a:r>
            <a:r>
              <a:rPr lang="en-US" altLang="zh-CN" sz="1200" dirty="0"/>
              <a:t>A06</a:t>
            </a:r>
            <a:r>
              <a:rPr lang="zh-CN" altLang="zh-CN" sz="1200" dirty="0"/>
              <a:t>组合的仓位基本上与指数高度保持一致：当指数快速下跌时，如整个</a:t>
            </a:r>
            <a:r>
              <a:rPr lang="en-US" altLang="zh-CN" sz="1200" dirty="0"/>
              <a:t>6</a:t>
            </a:r>
            <a:r>
              <a:rPr lang="zh-CN" altLang="zh-CN" sz="1200" dirty="0"/>
              <a:t>月份和</a:t>
            </a:r>
            <a:r>
              <a:rPr lang="en-US" altLang="zh-CN" sz="1200" dirty="0"/>
              <a:t>7</a:t>
            </a:r>
            <a:r>
              <a:rPr lang="zh-CN" altLang="zh-CN" sz="1200" dirty="0"/>
              <a:t>月中旬，</a:t>
            </a:r>
            <a:r>
              <a:rPr lang="en-US" altLang="zh-CN" sz="1200" dirty="0"/>
              <a:t>A06</a:t>
            </a:r>
            <a:r>
              <a:rPr lang="zh-CN" altLang="zh-CN" sz="1200" dirty="0"/>
              <a:t>的仓位均快速下降至</a:t>
            </a:r>
            <a:r>
              <a:rPr lang="en-US" altLang="zh-CN" sz="1200" dirty="0"/>
              <a:t>10%</a:t>
            </a:r>
            <a:r>
              <a:rPr lang="zh-CN" altLang="zh-CN" sz="1200" dirty="0"/>
              <a:t>以下，而当指数出现短期触底反弹时，如</a:t>
            </a:r>
            <a:r>
              <a:rPr lang="en-US" altLang="zh-CN" sz="1200" dirty="0"/>
              <a:t>5</a:t>
            </a:r>
            <a:r>
              <a:rPr lang="zh-CN" altLang="zh-CN" sz="1200" dirty="0"/>
              <a:t>月的某几个交易日和</a:t>
            </a:r>
            <a:r>
              <a:rPr lang="en-US" altLang="zh-CN" sz="1200" dirty="0"/>
              <a:t>7</a:t>
            </a:r>
            <a:r>
              <a:rPr lang="zh-CN" altLang="zh-CN" sz="1200" dirty="0"/>
              <a:t>月初，</a:t>
            </a:r>
            <a:r>
              <a:rPr lang="en-US" altLang="zh-CN" sz="1200" dirty="0"/>
              <a:t>A06</a:t>
            </a:r>
            <a:r>
              <a:rPr lang="zh-CN" altLang="zh-CN" sz="1200" dirty="0"/>
              <a:t>组合的仓位也会迅速提高至</a:t>
            </a:r>
            <a:r>
              <a:rPr lang="en-US" altLang="zh-CN" sz="1200" dirty="0"/>
              <a:t>60%-80%</a:t>
            </a:r>
            <a:r>
              <a:rPr lang="zh-CN" altLang="zh-CN" sz="1200" dirty="0"/>
              <a:t>；从</a:t>
            </a:r>
            <a:r>
              <a:rPr lang="en-US" altLang="zh-CN" sz="1200" dirty="0"/>
              <a:t>7</a:t>
            </a:r>
            <a:r>
              <a:rPr lang="zh-CN" altLang="zh-CN" sz="1200" dirty="0"/>
              <a:t>月底至</a:t>
            </a:r>
            <a:r>
              <a:rPr lang="en-US" altLang="zh-CN" sz="1200" dirty="0"/>
              <a:t>9</a:t>
            </a:r>
            <a:r>
              <a:rPr lang="zh-CN" altLang="zh-CN" sz="1200" dirty="0"/>
              <a:t>月中，指数有一轮相对稳定的反弹，在此期间，按照系统发出的信号，</a:t>
            </a:r>
            <a:r>
              <a:rPr lang="en-US" altLang="zh-CN" sz="1200" dirty="0"/>
              <a:t>A06</a:t>
            </a:r>
            <a:r>
              <a:rPr lang="zh-CN" altLang="zh-CN" sz="1200" dirty="0"/>
              <a:t>组合基本上保持中高仓位运行，而在</a:t>
            </a:r>
            <a:r>
              <a:rPr lang="en-US" altLang="zh-CN" sz="1200" dirty="0"/>
              <a:t>9</a:t>
            </a:r>
            <a:r>
              <a:rPr lang="zh-CN" altLang="zh-CN" sz="1200" dirty="0"/>
              <a:t>月底，随着指数渐渐疲弱，</a:t>
            </a:r>
            <a:r>
              <a:rPr lang="en-US" altLang="zh-CN" sz="1200" dirty="0"/>
              <a:t>A06</a:t>
            </a:r>
            <a:r>
              <a:rPr lang="zh-CN" altLang="zh-CN" sz="1200" dirty="0"/>
              <a:t>组合的仓位再次降至</a:t>
            </a:r>
            <a:r>
              <a:rPr lang="en-US" altLang="zh-CN" sz="1200" dirty="0"/>
              <a:t>10%</a:t>
            </a:r>
            <a:r>
              <a:rPr lang="zh-CN" altLang="zh-CN" sz="1200" dirty="0"/>
              <a:t>以下，一直保持到</a:t>
            </a:r>
            <a:r>
              <a:rPr lang="en-US" altLang="zh-CN" sz="1200" dirty="0"/>
              <a:t>11</a:t>
            </a:r>
            <a:r>
              <a:rPr lang="zh-CN" altLang="zh-CN" sz="1200" dirty="0"/>
              <a:t>月下旬，随着市场反弹，至系统再度发出买入信号时，</a:t>
            </a:r>
            <a:r>
              <a:rPr lang="en-US" altLang="zh-CN" sz="1200" dirty="0"/>
              <a:t>A06</a:t>
            </a:r>
            <a:r>
              <a:rPr lang="zh-CN" altLang="zh-CN" sz="1200" dirty="0"/>
              <a:t>组合的仓位也再度回到高位</a:t>
            </a:r>
            <a:endParaRPr lang="zh-CN" altLang="zh-CN" sz="12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图表 7"/>
          <p:cNvGraphicFramePr/>
          <p:nvPr>
            <p:extLst>
              <p:ext uri="{D42A27DB-BD31-4B8C-83A1-F6EECF244321}">
                <p14:modId xmlns:p14="http://schemas.microsoft.com/office/powerpoint/2010/main" val="1295239676"/>
              </p:ext>
            </p:extLst>
          </p:nvPr>
        </p:nvGraphicFramePr>
        <p:xfrm>
          <a:off x="4900068" y="1958715"/>
          <a:ext cx="5857875" cy="24126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图表 8"/>
          <p:cNvGraphicFramePr/>
          <p:nvPr>
            <p:extLst>
              <p:ext uri="{D42A27DB-BD31-4B8C-83A1-F6EECF244321}">
                <p14:modId xmlns:p14="http://schemas.microsoft.com/office/powerpoint/2010/main" val="2260719192"/>
              </p:ext>
            </p:extLst>
          </p:nvPr>
        </p:nvGraphicFramePr>
        <p:xfrm>
          <a:off x="5012598" y="4336870"/>
          <a:ext cx="5777321" cy="1907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79168"/>
              </p:ext>
            </p:extLst>
          </p:nvPr>
        </p:nvGraphicFramePr>
        <p:xfrm>
          <a:off x="678226" y="5096419"/>
          <a:ext cx="2692400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3600"/>
                <a:gridCol w="914400"/>
                <a:gridCol w="914400"/>
              </a:tblGrid>
              <a:tr h="20002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　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多空信号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做多信号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0002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发生次数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　</a:t>
                      </a:r>
                      <a:r>
                        <a:rPr lang="en-US" sz="1200" kern="0">
                          <a:effectLst/>
                        </a:rPr>
                        <a:t>215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　</a:t>
                      </a:r>
                      <a:r>
                        <a:rPr lang="en-US" sz="1200" kern="0">
                          <a:effectLst/>
                        </a:rPr>
                        <a:t>89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0002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正确次数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　</a:t>
                      </a:r>
                      <a:r>
                        <a:rPr lang="en-US" sz="1200" kern="0">
                          <a:effectLst/>
                        </a:rPr>
                        <a:t>124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　</a:t>
                      </a:r>
                      <a:r>
                        <a:rPr lang="en-US" sz="1200" kern="0">
                          <a:effectLst/>
                        </a:rPr>
                        <a:t>49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0002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胜率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　</a:t>
                      </a:r>
                      <a:r>
                        <a:rPr lang="en-US" sz="1200" kern="0">
                          <a:effectLst/>
                        </a:rPr>
                        <a:t>57.67%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　</a:t>
                      </a:r>
                      <a:r>
                        <a:rPr lang="en-US" sz="1200" kern="0">
                          <a:effectLst/>
                        </a:rPr>
                        <a:t>55.06%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0002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收益点数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　</a:t>
                      </a:r>
                      <a:r>
                        <a:rPr lang="en-US" sz="1200" kern="0">
                          <a:effectLst/>
                        </a:rPr>
                        <a:t>1118.2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0" dirty="0">
                          <a:effectLst/>
                        </a:rPr>
                        <a:t>　</a:t>
                      </a:r>
                      <a:r>
                        <a:rPr lang="en-US" sz="1200" kern="0" dirty="0">
                          <a:effectLst/>
                        </a:rPr>
                        <a:t>495.6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014502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Override1.xml><?xml version="1.0" encoding="utf-8"?>
<a:themeOverride xmlns:a="http://schemas.openxmlformats.org/drawingml/2006/main">
  <a:clrScheme name="诗情画意 1">
    <a:dk1>
      <a:srgbClr val="007A77"/>
    </a:dk1>
    <a:lt1>
      <a:srgbClr val="FFFFFF"/>
    </a:lt1>
    <a:dk2>
      <a:srgbClr val="003399"/>
    </a:dk2>
    <a:lt2>
      <a:srgbClr val="C0C0C0"/>
    </a:lt2>
    <a:accent1>
      <a:srgbClr val="EBF7FF"/>
    </a:accent1>
    <a:accent2>
      <a:srgbClr val="3366FF"/>
    </a:accent2>
    <a:accent3>
      <a:srgbClr val="FFFFFF"/>
    </a:accent3>
    <a:accent4>
      <a:srgbClr val="006765"/>
    </a:accent4>
    <a:accent5>
      <a:srgbClr val="F3FAFF"/>
    </a:accent5>
    <a:accent6>
      <a:srgbClr val="2D5CE7"/>
    </a:accent6>
    <a:hlink>
      <a:srgbClr val="DC5900"/>
    </a:hlink>
    <a:folHlink>
      <a:srgbClr val="7979A5"/>
    </a:folHlink>
  </a:clrScheme>
  <a:fontScheme name="诗情画意">
    <a:majorFont>
      <a:latin typeface="Arial"/>
      <a:ea typeface="宋体"/>
      <a:cs typeface=""/>
    </a:majorFont>
    <a:minorFont>
      <a:latin typeface="Arial"/>
      <a:ea typeface="宋体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诗情画意 1">
    <a:dk1>
      <a:srgbClr val="007A77"/>
    </a:dk1>
    <a:lt1>
      <a:srgbClr val="FFFFFF"/>
    </a:lt1>
    <a:dk2>
      <a:srgbClr val="003399"/>
    </a:dk2>
    <a:lt2>
      <a:srgbClr val="C0C0C0"/>
    </a:lt2>
    <a:accent1>
      <a:srgbClr val="EBF7FF"/>
    </a:accent1>
    <a:accent2>
      <a:srgbClr val="3366FF"/>
    </a:accent2>
    <a:accent3>
      <a:srgbClr val="FFFFFF"/>
    </a:accent3>
    <a:accent4>
      <a:srgbClr val="006765"/>
    </a:accent4>
    <a:accent5>
      <a:srgbClr val="F3FAFF"/>
    </a:accent5>
    <a:accent6>
      <a:srgbClr val="2D5CE7"/>
    </a:accent6>
    <a:hlink>
      <a:srgbClr val="DC5900"/>
    </a:hlink>
    <a:folHlink>
      <a:srgbClr val="7979A5"/>
    </a:folHlink>
  </a:clrScheme>
  <a:fontScheme name="诗情画意">
    <a:majorFont>
      <a:latin typeface="Arial"/>
      <a:ea typeface="宋体"/>
      <a:cs typeface=""/>
    </a:majorFont>
    <a:minorFont>
      <a:latin typeface="Arial"/>
      <a:ea typeface="宋体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1010</TotalTime>
  <Words>3886</Words>
  <Application>Microsoft Office PowerPoint</Application>
  <PresentationFormat>宽屏</PresentationFormat>
  <Paragraphs>904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黑体</vt:lpstr>
      <vt:lpstr>宋体</vt:lpstr>
      <vt:lpstr>微软雅黑</vt:lpstr>
      <vt:lpstr>Arial</vt:lpstr>
      <vt:lpstr>Calibri</vt:lpstr>
      <vt:lpstr>Calibri Light</vt:lpstr>
      <vt:lpstr>Cambria Math</vt:lpstr>
      <vt:lpstr>Times New Roman</vt:lpstr>
      <vt:lpstr>Wingdings</vt:lpstr>
      <vt:lpstr>回顾</vt:lpstr>
      <vt:lpstr>量化对冲投资体系</vt:lpstr>
      <vt:lpstr>理论基础</vt:lpstr>
      <vt:lpstr>EMH的递进假设</vt:lpstr>
      <vt:lpstr>CAPM  V.S.  APT</vt:lpstr>
      <vt:lpstr>APT模型的应用</vt:lpstr>
      <vt:lpstr>APT模型的应用</vt:lpstr>
      <vt:lpstr>行为金融学理论</vt:lpstr>
      <vt:lpstr>理性学习</vt:lpstr>
      <vt:lpstr>理性学习</vt:lpstr>
      <vt:lpstr>量化对冲</vt:lpstr>
      <vt:lpstr>策略体系</vt:lpstr>
      <vt:lpstr>选股策略：对冲投资</vt:lpstr>
      <vt:lpstr>传统选股策略</vt:lpstr>
      <vt:lpstr>传统选股策略举例：AGM策略</vt:lpstr>
      <vt:lpstr>AGM选股策略</vt:lpstr>
      <vt:lpstr>AGM选股策略</vt:lpstr>
      <vt:lpstr>AGM选股策略</vt:lpstr>
      <vt:lpstr>AGM选股策略</vt:lpstr>
      <vt:lpstr>     AGM策略：投资绩效回测</vt:lpstr>
      <vt:lpstr>     AGM策略：月胜率与周胜率</vt:lpstr>
      <vt:lpstr>     AGM策略：超额收益回测</vt:lpstr>
      <vt:lpstr>AGM策略：实际投资效果</vt:lpstr>
      <vt:lpstr>传统选股策略：优缺点</vt:lpstr>
      <vt:lpstr>非传统选股策略</vt:lpstr>
      <vt:lpstr>非传统投资策略举例：PEAD策略</vt:lpstr>
      <vt:lpstr>PEAD策略</vt:lpstr>
      <vt:lpstr>PEAD策略：复杂形式</vt:lpstr>
      <vt:lpstr>PEAD策略：复杂形式</vt:lpstr>
      <vt:lpstr>PEAD策略：衍生</vt:lpstr>
      <vt:lpstr>ATM择时策略</vt:lpstr>
      <vt:lpstr>PowerPoint 演示文稿</vt:lpstr>
      <vt:lpstr>ATM择时策略：只做多不做空</vt:lpstr>
      <vt:lpstr>ATM择时策略：多空皆做</vt:lpstr>
      <vt:lpstr>综合收益率实例（选股+择时）：2013年</vt:lpstr>
      <vt:lpstr>综合收益率实例：2013年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量化投资体系</dc:title>
  <dc:creator>徐宁</dc:creator>
  <cp:lastModifiedBy>徐宁</cp:lastModifiedBy>
  <cp:revision>63</cp:revision>
  <dcterms:created xsi:type="dcterms:W3CDTF">2014-08-07T01:02:24Z</dcterms:created>
  <dcterms:modified xsi:type="dcterms:W3CDTF">2014-08-27T08:19:13Z</dcterms:modified>
</cp:coreProperties>
</file>